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
  </p:notesMasterIdLst>
  <p:sldIdLst>
    <p:sldId id="297" r:id="rId2"/>
    <p:sldId id="29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500"/>
    <a:srgbClr val="196B24"/>
    <a:srgbClr val="34B78F"/>
    <a:srgbClr val="FFFFFF"/>
    <a:srgbClr val="042433"/>
    <a:srgbClr val="E97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D8006-6418-43D4-9843-54975F5A7735}"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98970-2510-490D-97C3-4993EABC5079}" type="slidenum">
              <a:rPr lang="en-US" smtClean="0"/>
              <a:t>‹#›</a:t>
            </a:fld>
            <a:endParaRPr lang="en-US"/>
          </a:p>
        </p:txBody>
      </p:sp>
    </p:spTree>
    <p:extLst>
      <p:ext uri="{BB962C8B-B14F-4D97-AF65-F5344CB8AC3E}">
        <p14:creationId xmlns:p14="http://schemas.microsoft.com/office/powerpoint/2010/main" val="2796558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E56A1AE1-226F-C919-123E-E7FE2640829A}"/>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979A61E1-C255-D6DE-9097-8D22A9A1C5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D0C681C7-759B-135B-2243-92B3BF9FB4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901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FB5A374-F467-7041-AA02-1202E18ACE7F}"/>
              </a:ext>
            </a:extLst>
          </p:cNvPr>
          <p:cNvSpPr/>
          <p:nvPr userDrawn="1"/>
        </p:nvSpPr>
        <p:spPr>
          <a:xfrm>
            <a:off x="6753465" y="0"/>
            <a:ext cx="5439740" cy="6858000"/>
          </a:xfrm>
          <a:custGeom>
            <a:avLst/>
            <a:gdLst>
              <a:gd name="connsiteX0" fmla="*/ 2019389 w 5439740"/>
              <a:gd name="connsiteY0" fmla="*/ 0 h 6858000"/>
              <a:gd name="connsiteX1" fmla="*/ 5439740 w 5439740"/>
              <a:gd name="connsiteY1" fmla="*/ 0 h 6858000"/>
              <a:gd name="connsiteX2" fmla="*/ 5439740 w 5439740"/>
              <a:gd name="connsiteY2" fmla="*/ 6858000 h 6858000"/>
              <a:gd name="connsiteX3" fmla="*/ 2019389 w 5439740"/>
              <a:gd name="connsiteY3" fmla="*/ 6858000 h 6858000"/>
              <a:gd name="connsiteX4" fmla="*/ 1346263 w 5439740"/>
              <a:gd name="connsiteY4" fmla="*/ 0 h 6858000"/>
              <a:gd name="connsiteX5" fmla="*/ 1857412 w 5439740"/>
              <a:gd name="connsiteY5" fmla="*/ 0 h 6858000"/>
              <a:gd name="connsiteX6" fmla="*/ 1857412 w 5439740"/>
              <a:gd name="connsiteY6" fmla="*/ 6858000 h 6858000"/>
              <a:gd name="connsiteX7" fmla="*/ 1346263 w 5439740"/>
              <a:gd name="connsiteY7" fmla="*/ 6858000 h 6858000"/>
              <a:gd name="connsiteX8" fmla="*/ 673138 w 5439740"/>
              <a:gd name="connsiteY8" fmla="*/ 0 h 6858000"/>
              <a:gd name="connsiteX9" fmla="*/ 962190 w 5439740"/>
              <a:gd name="connsiteY9" fmla="*/ 0 h 6858000"/>
              <a:gd name="connsiteX10" fmla="*/ 962190 w 5439740"/>
              <a:gd name="connsiteY10" fmla="*/ 6858000 h 6858000"/>
              <a:gd name="connsiteX11" fmla="*/ 673138 w 5439740"/>
              <a:gd name="connsiteY11" fmla="*/ 6858000 h 6858000"/>
              <a:gd name="connsiteX12" fmla="*/ 0 w 5439740"/>
              <a:gd name="connsiteY12" fmla="*/ 0 h 6858000"/>
              <a:gd name="connsiteX13" fmla="*/ 66955 w 5439740"/>
              <a:gd name="connsiteY13" fmla="*/ 0 h 6858000"/>
              <a:gd name="connsiteX14" fmla="*/ 66955 w 5439740"/>
              <a:gd name="connsiteY14" fmla="*/ 6858000 h 6858000"/>
              <a:gd name="connsiteX15" fmla="*/ 0 w 5439740"/>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39740" h="6858000">
                <a:moveTo>
                  <a:pt x="2019389" y="0"/>
                </a:moveTo>
                <a:lnTo>
                  <a:pt x="5439740" y="0"/>
                </a:lnTo>
                <a:lnTo>
                  <a:pt x="5439740" y="6858000"/>
                </a:lnTo>
                <a:lnTo>
                  <a:pt x="2019389" y="6858000"/>
                </a:lnTo>
                <a:close/>
                <a:moveTo>
                  <a:pt x="1346263" y="0"/>
                </a:moveTo>
                <a:lnTo>
                  <a:pt x="1857412" y="0"/>
                </a:lnTo>
                <a:lnTo>
                  <a:pt x="1857412" y="6858000"/>
                </a:lnTo>
                <a:lnTo>
                  <a:pt x="1346263" y="6858000"/>
                </a:lnTo>
                <a:close/>
                <a:moveTo>
                  <a:pt x="673138" y="0"/>
                </a:moveTo>
                <a:lnTo>
                  <a:pt x="962190" y="0"/>
                </a:lnTo>
                <a:lnTo>
                  <a:pt x="962190" y="6858000"/>
                </a:lnTo>
                <a:lnTo>
                  <a:pt x="673138" y="6858000"/>
                </a:lnTo>
                <a:close/>
                <a:moveTo>
                  <a:pt x="0" y="0"/>
                </a:moveTo>
                <a:lnTo>
                  <a:pt x="66955" y="0"/>
                </a:lnTo>
                <a:lnTo>
                  <a:pt x="66955" y="6858000"/>
                </a:lnTo>
                <a:lnTo>
                  <a:pt x="0" y="6858000"/>
                </a:lnTo>
                <a:close/>
              </a:path>
            </a:pathLst>
          </a:custGeom>
          <a:solidFill>
            <a:schemeClr val="accent1"/>
          </a:solidFill>
        </p:spPr>
        <p:txBody>
          <a:bodyPr wrap="square" lIns="0" tIns="0" rIns="0" bIns="0" rtlCol="0">
            <a:noAutofit/>
          </a:bodyPr>
          <a:lstStyle/>
          <a:p>
            <a:endParaRPr/>
          </a:p>
        </p:txBody>
      </p:sp>
      <p:sp>
        <p:nvSpPr>
          <p:cNvPr id="15" name="Text Placeholder 14">
            <a:extLst>
              <a:ext uri="{FF2B5EF4-FFF2-40B4-BE49-F238E27FC236}">
                <a16:creationId xmlns:a16="http://schemas.microsoft.com/office/drawing/2014/main" id="{C2339A19-D063-8C4D-ABD0-2F41D385E220}"/>
              </a:ext>
            </a:extLst>
          </p:cNvPr>
          <p:cNvSpPr>
            <a:spLocks noGrp="1"/>
          </p:cNvSpPr>
          <p:nvPr>
            <p:ph type="body" sz="quarter" idx="10" hasCustomPrompt="1"/>
          </p:nvPr>
        </p:nvSpPr>
        <p:spPr>
          <a:xfrm>
            <a:off x="1620532" y="1626451"/>
            <a:ext cx="4749063" cy="2158838"/>
          </a:xfrm>
        </p:spPr>
        <p:txBody>
          <a:bodyPr lIns="0" tIns="0" rIns="0" bIns="0" anchor="b" anchorCtr="0">
            <a:noAutofit/>
          </a:bodyPr>
          <a:lstStyle>
            <a:lvl1pPr marL="0" indent="0">
              <a:lnSpc>
                <a:spcPts val="5500"/>
              </a:lnSpc>
              <a:buFontTx/>
              <a:buNone/>
              <a:defRPr sz="4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Bigger Title Goes Here</a:t>
            </a:r>
          </a:p>
        </p:txBody>
      </p:sp>
      <p:sp>
        <p:nvSpPr>
          <p:cNvPr id="17" name="Text Placeholder 14">
            <a:extLst>
              <a:ext uri="{FF2B5EF4-FFF2-40B4-BE49-F238E27FC236}">
                <a16:creationId xmlns:a16="http://schemas.microsoft.com/office/drawing/2014/main" id="{5527C069-CFDB-8C47-9D65-578052378BD0}"/>
              </a:ext>
            </a:extLst>
          </p:cNvPr>
          <p:cNvSpPr>
            <a:spLocks noGrp="1"/>
          </p:cNvSpPr>
          <p:nvPr>
            <p:ph type="body" sz="quarter" idx="11" hasCustomPrompt="1"/>
          </p:nvPr>
        </p:nvSpPr>
        <p:spPr>
          <a:xfrm>
            <a:off x="1620532" y="4103330"/>
            <a:ext cx="4749063" cy="520921"/>
          </a:xfrm>
        </p:spPr>
        <p:txBody>
          <a:bodyPr lIns="0" tIns="0" rIns="0" bIns="0">
            <a:noAutofit/>
          </a:bodyPr>
          <a:lstStyle>
            <a:lvl1pPr marL="0" indent="0">
              <a:buFontTx/>
              <a:buNone/>
              <a:defRPr sz="2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Subheadline</a:t>
            </a:r>
            <a:r>
              <a:rPr lang="en-US"/>
              <a:t> Goes Here</a:t>
            </a:r>
          </a:p>
        </p:txBody>
      </p:sp>
      <p:pic>
        <p:nvPicPr>
          <p:cNvPr id="7" name="Picture 6">
            <a:extLst>
              <a:ext uri="{FF2B5EF4-FFF2-40B4-BE49-F238E27FC236}">
                <a16:creationId xmlns:a16="http://schemas.microsoft.com/office/drawing/2014/main" id="{D910AC87-8B90-084D-B581-17B766F0E49F}"/>
              </a:ext>
            </a:extLst>
          </p:cNvPr>
          <p:cNvPicPr>
            <a:picLocks noChangeAspect="1"/>
          </p:cNvPicPr>
          <p:nvPr userDrawn="1"/>
        </p:nvPicPr>
        <p:blipFill>
          <a:blip r:embed="rId2"/>
          <a:stretch>
            <a:fillRect/>
          </a:stretch>
        </p:blipFill>
        <p:spPr>
          <a:xfrm>
            <a:off x="1616163" y="5176471"/>
            <a:ext cx="2378027" cy="1206000"/>
          </a:xfrm>
          <a:prstGeom prst="rect">
            <a:avLst/>
          </a:prstGeom>
        </p:spPr>
      </p:pic>
    </p:spTree>
    <p:extLst>
      <p:ext uri="{BB962C8B-B14F-4D97-AF65-F5344CB8AC3E}">
        <p14:creationId xmlns:p14="http://schemas.microsoft.com/office/powerpoint/2010/main" val="4200412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C2339A19-D063-8C4D-ABD0-2F41D385E220}"/>
              </a:ext>
            </a:extLst>
          </p:cNvPr>
          <p:cNvSpPr>
            <a:spLocks noGrp="1"/>
          </p:cNvSpPr>
          <p:nvPr>
            <p:ph type="body" sz="quarter" idx="10" hasCustomPrompt="1"/>
          </p:nvPr>
        </p:nvSpPr>
        <p:spPr>
          <a:xfrm>
            <a:off x="1620532" y="1626451"/>
            <a:ext cx="4749063" cy="2158838"/>
          </a:xfrm>
        </p:spPr>
        <p:txBody>
          <a:bodyPr lIns="0" tIns="0" rIns="0" bIns="0" anchor="b" anchorCtr="0">
            <a:noAutofit/>
          </a:bodyPr>
          <a:lstStyle>
            <a:lvl1pPr marL="0" indent="0">
              <a:lnSpc>
                <a:spcPts val="5500"/>
              </a:lnSpc>
              <a:buFontTx/>
              <a:buNone/>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Divider Title Goes Here</a:t>
            </a:r>
          </a:p>
        </p:txBody>
      </p:sp>
      <p:sp>
        <p:nvSpPr>
          <p:cNvPr id="17" name="Text Placeholder 14">
            <a:extLst>
              <a:ext uri="{FF2B5EF4-FFF2-40B4-BE49-F238E27FC236}">
                <a16:creationId xmlns:a16="http://schemas.microsoft.com/office/drawing/2014/main" id="{5527C069-CFDB-8C47-9D65-578052378BD0}"/>
              </a:ext>
            </a:extLst>
          </p:cNvPr>
          <p:cNvSpPr>
            <a:spLocks noGrp="1"/>
          </p:cNvSpPr>
          <p:nvPr>
            <p:ph type="body" sz="quarter" idx="11" hasCustomPrompt="1"/>
          </p:nvPr>
        </p:nvSpPr>
        <p:spPr>
          <a:xfrm>
            <a:off x="1620532" y="4103330"/>
            <a:ext cx="4749063" cy="520921"/>
          </a:xfrm>
        </p:spPr>
        <p:txBody>
          <a:bodyPr lIns="0" tIns="0" rIns="0" bIns="0">
            <a:noAutofit/>
          </a:bodyPr>
          <a:lstStyle>
            <a:lvl1pPr marL="0" indent="0">
              <a:buFontTx/>
              <a:buNone/>
              <a:defRPr sz="28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Subheadline</a:t>
            </a:r>
            <a:r>
              <a:rPr lang="en-US"/>
              <a:t> Goes Here</a:t>
            </a:r>
          </a:p>
        </p:txBody>
      </p:sp>
      <p:sp>
        <p:nvSpPr>
          <p:cNvPr id="6" name="TextBox 5">
            <a:extLst>
              <a:ext uri="{FF2B5EF4-FFF2-40B4-BE49-F238E27FC236}">
                <a16:creationId xmlns:a16="http://schemas.microsoft.com/office/drawing/2014/main" id="{BDA7F5A0-906D-B746-9E6D-F21DDCBCBBB6}"/>
              </a:ext>
            </a:extLst>
          </p:cNvPr>
          <p:cNvSpPr txBox="1"/>
          <p:nvPr userDrawn="1"/>
        </p:nvSpPr>
        <p:spPr>
          <a:xfrm>
            <a:off x="10703019" y="620288"/>
            <a:ext cx="1115025" cy="153888"/>
          </a:xfrm>
          <a:prstGeom prst="rect">
            <a:avLst/>
          </a:prstGeom>
          <a:noFill/>
        </p:spPr>
        <p:txBody>
          <a:bodyPr wrap="square" lIns="0" tIns="0" rIns="0" bIns="0" rtlCol="0">
            <a:spAutoFit/>
          </a:bodyPr>
          <a:lstStyle/>
          <a:p>
            <a:r>
              <a:rPr lang="en-US" sz="1000" b="1" err="1">
                <a:solidFill>
                  <a:schemeClr val="bg1"/>
                </a:solidFill>
              </a:rPr>
              <a:t>Misk</a:t>
            </a:r>
            <a:r>
              <a:rPr lang="en-US" sz="1000" b="1">
                <a:solidFill>
                  <a:schemeClr val="bg1"/>
                </a:solidFill>
              </a:rPr>
              <a:t> Foundation</a:t>
            </a:r>
          </a:p>
        </p:txBody>
      </p:sp>
      <p:sp>
        <p:nvSpPr>
          <p:cNvPr id="12" name="Freeform 11">
            <a:extLst>
              <a:ext uri="{FF2B5EF4-FFF2-40B4-BE49-F238E27FC236}">
                <a16:creationId xmlns:a16="http://schemas.microsoft.com/office/drawing/2014/main" id="{546719C9-42E3-3C4B-B99D-75762B571FF4}"/>
              </a:ext>
            </a:extLst>
          </p:cNvPr>
          <p:cNvSpPr/>
          <p:nvPr userDrawn="1"/>
        </p:nvSpPr>
        <p:spPr>
          <a:xfrm>
            <a:off x="0" y="543484"/>
            <a:ext cx="1365161" cy="1116000"/>
          </a:xfrm>
          <a:custGeom>
            <a:avLst/>
            <a:gdLst>
              <a:gd name="connsiteX0" fmla="*/ 1106259 w 1365161"/>
              <a:gd name="connsiteY0" fmla="*/ 0 h 1116000"/>
              <a:gd name="connsiteX1" fmla="*/ 1365161 w 1365161"/>
              <a:gd name="connsiteY1" fmla="*/ 0 h 1116000"/>
              <a:gd name="connsiteX2" fmla="*/ 1365161 w 1365161"/>
              <a:gd name="connsiteY2" fmla="*/ 1116000 h 1116000"/>
              <a:gd name="connsiteX3" fmla="*/ 1106259 w 1365161"/>
              <a:gd name="connsiteY3" fmla="*/ 1116000 h 1116000"/>
              <a:gd name="connsiteX4" fmla="*/ 565346 w 1365161"/>
              <a:gd name="connsiteY4" fmla="*/ 0 h 1116000"/>
              <a:gd name="connsiteX5" fmla="*/ 837128 w 1365161"/>
              <a:gd name="connsiteY5" fmla="*/ 0 h 1116000"/>
              <a:gd name="connsiteX6" fmla="*/ 837128 w 1365161"/>
              <a:gd name="connsiteY6" fmla="*/ 1116000 h 1116000"/>
              <a:gd name="connsiteX7" fmla="*/ 565346 w 1365161"/>
              <a:gd name="connsiteY7" fmla="*/ 1116000 h 1116000"/>
              <a:gd name="connsiteX8" fmla="*/ 0 w 1365161"/>
              <a:gd name="connsiteY8" fmla="*/ 0 h 1116000"/>
              <a:gd name="connsiteX9" fmla="*/ 306000 w 1365161"/>
              <a:gd name="connsiteY9" fmla="*/ 0 h 1116000"/>
              <a:gd name="connsiteX10" fmla="*/ 306000 w 1365161"/>
              <a:gd name="connsiteY10" fmla="*/ 1116000 h 1116000"/>
              <a:gd name="connsiteX11" fmla="*/ 0 w 1365161"/>
              <a:gd name="connsiteY11" fmla="*/ 1116000 h 11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161" h="1116000">
                <a:moveTo>
                  <a:pt x="1106259" y="0"/>
                </a:moveTo>
                <a:lnTo>
                  <a:pt x="1365161" y="0"/>
                </a:lnTo>
                <a:lnTo>
                  <a:pt x="1365161" y="1116000"/>
                </a:lnTo>
                <a:lnTo>
                  <a:pt x="1106259" y="1116000"/>
                </a:lnTo>
                <a:close/>
                <a:moveTo>
                  <a:pt x="565346" y="0"/>
                </a:moveTo>
                <a:lnTo>
                  <a:pt x="837128" y="0"/>
                </a:lnTo>
                <a:lnTo>
                  <a:pt x="837128" y="1116000"/>
                </a:lnTo>
                <a:lnTo>
                  <a:pt x="565346" y="1116000"/>
                </a:lnTo>
                <a:close/>
                <a:moveTo>
                  <a:pt x="0" y="0"/>
                </a:moveTo>
                <a:lnTo>
                  <a:pt x="306000" y="0"/>
                </a:lnTo>
                <a:lnTo>
                  <a:pt x="306000" y="1116000"/>
                </a:lnTo>
                <a:lnTo>
                  <a:pt x="0" y="1116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78427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accent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869E76A-FFFD-3046-8147-EAA22488A69B}"/>
              </a:ext>
            </a:extLst>
          </p:cNvPr>
          <p:cNvSpPr txBox="1"/>
          <p:nvPr userDrawn="1"/>
        </p:nvSpPr>
        <p:spPr>
          <a:xfrm>
            <a:off x="10800417" y="6468362"/>
            <a:ext cx="1115025" cy="153888"/>
          </a:xfrm>
          <a:prstGeom prst="rect">
            <a:avLst/>
          </a:prstGeom>
          <a:noFill/>
        </p:spPr>
        <p:txBody>
          <a:bodyPr wrap="square" lIns="0" tIns="0" rIns="0" bIns="0" rtlCol="0">
            <a:spAutoFit/>
          </a:bodyPr>
          <a:lstStyle/>
          <a:p>
            <a:pPr algn="r"/>
            <a:r>
              <a:rPr lang="en-US" sz="1000" b="1">
                <a:solidFill>
                  <a:schemeClr val="bg1"/>
                </a:solidFill>
              </a:rPr>
              <a:t>Page </a:t>
            </a:r>
            <a:fld id="{FC9FC9D7-915B-9341-8CE7-7F25DC3278B5}" type="slidenum">
              <a:rPr lang="en-US" sz="1000" b="1" smtClean="0">
                <a:solidFill>
                  <a:schemeClr val="bg1"/>
                </a:solidFill>
              </a:rPr>
              <a:pPr algn="r"/>
              <a:t>‹#›</a:t>
            </a:fld>
            <a:endParaRPr lang="en-US" sz="1000" b="1">
              <a:solidFill>
                <a:schemeClr val="bg1"/>
              </a:solidFill>
            </a:endParaRPr>
          </a:p>
        </p:txBody>
      </p:sp>
      <p:sp>
        <p:nvSpPr>
          <p:cNvPr id="13" name="Text Placeholder 14">
            <a:extLst>
              <a:ext uri="{FF2B5EF4-FFF2-40B4-BE49-F238E27FC236}">
                <a16:creationId xmlns:a16="http://schemas.microsoft.com/office/drawing/2014/main" id="{2C61BCC9-2EB1-AB4C-AE35-19DA9CD9B19A}"/>
              </a:ext>
            </a:extLst>
          </p:cNvPr>
          <p:cNvSpPr>
            <a:spLocks noGrp="1"/>
          </p:cNvSpPr>
          <p:nvPr>
            <p:ph type="body" sz="quarter" idx="11" hasCustomPrompt="1"/>
          </p:nvPr>
        </p:nvSpPr>
        <p:spPr>
          <a:xfrm>
            <a:off x="588745" y="783873"/>
            <a:ext cx="11326697" cy="308657"/>
          </a:xfrm>
        </p:spPr>
        <p:txBody>
          <a:bodyPr lIns="0" tIns="0" rIns="0" bIns="0">
            <a:noAutofit/>
          </a:bodyPr>
          <a:lstStyle>
            <a:lvl1pPr marL="0" indent="0">
              <a:buFontTx/>
              <a:buNone/>
              <a:defRPr sz="18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4" name="Text Placeholder 14">
            <a:extLst>
              <a:ext uri="{FF2B5EF4-FFF2-40B4-BE49-F238E27FC236}">
                <a16:creationId xmlns:a16="http://schemas.microsoft.com/office/drawing/2014/main" id="{2180FA1C-3E0C-D547-A5C1-56BA265ACD4D}"/>
              </a:ext>
            </a:extLst>
          </p:cNvPr>
          <p:cNvSpPr>
            <a:spLocks noGrp="1"/>
          </p:cNvSpPr>
          <p:nvPr>
            <p:ph type="body" sz="quarter" idx="12" hasCustomPrompt="1"/>
          </p:nvPr>
        </p:nvSpPr>
        <p:spPr>
          <a:xfrm>
            <a:off x="588745" y="518718"/>
            <a:ext cx="11326697" cy="265155"/>
          </a:xfrm>
        </p:spPr>
        <p:txBody>
          <a:bodyPr lIns="0" tIns="0" rIns="0" bIns="0">
            <a:noAutofit/>
          </a:bodyPr>
          <a:lstStyle>
            <a:lvl1pPr marL="0" indent="0">
              <a:buFontTx/>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sp>
        <p:nvSpPr>
          <p:cNvPr id="8" name="Rectangle 7">
            <a:extLst>
              <a:ext uri="{FF2B5EF4-FFF2-40B4-BE49-F238E27FC236}">
                <a16:creationId xmlns:a16="http://schemas.microsoft.com/office/drawing/2014/main" id="{6B422545-54D2-B045-B314-9368279F6224}"/>
              </a:ext>
            </a:extLst>
          </p:cNvPr>
          <p:cNvSpPr/>
          <p:nvPr userDrawn="1"/>
        </p:nvSpPr>
        <p:spPr>
          <a:xfrm>
            <a:off x="0" y="543484"/>
            <a:ext cx="306000" cy="11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D1FD106-3E3A-4549-842E-E9A5AB2AC591}"/>
              </a:ext>
            </a:extLst>
          </p:cNvPr>
          <p:cNvPicPr>
            <a:picLocks noChangeAspect="1"/>
          </p:cNvPicPr>
          <p:nvPr userDrawn="1"/>
        </p:nvPicPr>
        <p:blipFill>
          <a:blip r:embed="rId2"/>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3733908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Text">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B7D9AF-73C2-1447-A3AF-24FF404D1308}"/>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0" name="TextBox 9">
            <a:extLst>
              <a:ext uri="{FF2B5EF4-FFF2-40B4-BE49-F238E27FC236}">
                <a16:creationId xmlns:a16="http://schemas.microsoft.com/office/drawing/2014/main" id="{A869E76A-FFFD-3046-8147-EAA22488A69B}"/>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13" name="Text Placeholder 14">
            <a:extLst>
              <a:ext uri="{FF2B5EF4-FFF2-40B4-BE49-F238E27FC236}">
                <a16:creationId xmlns:a16="http://schemas.microsoft.com/office/drawing/2014/main" id="{2C61BCC9-2EB1-AB4C-AE35-19DA9CD9B19A}"/>
              </a:ext>
            </a:extLst>
          </p:cNvPr>
          <p:cNvSpPr>
            <a:spLocks noGrp="1"/>
          </p:cNvSpPr>
          <p:nvPr>
            <p:ph type="body" sz="quarter" idx="11" hasCustomPrompt="1"/>
          </p:nvPr>
        </p:nvSpPr>
        <p:spPr>
          <a:xfrm>
            <a:off x="588746" y="783874"/>
            <a:ext cx="11144076" cy="308538"/>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4" name="Text Placeholder 14">
            <a:extLst>
              <a:ext uri="{FF2B5EF4-FFF2-40B4-BE49-F238E27FC236}">
                <a16:creationId xmlns:a16="http://schemas.microsoft.com/office/drawing/2014/main" id="{2180FA1C-3E0C-D547-A5C1-56BA265ACD4D}"/>
              </a:ext>
            </a:extLst>
          </p:cNvPr>
          <p:cNvSpPr>
            <a:spLocks noGrp="1"/>
          </p:cNvSpPr>
          <p:nvPr>
            <p:ph type="body" sz="quarter" idx="12" hasCustomPrompt="1"/>
          </p:nvPr>
        </p:nvSpPr>
        <p:spPr>
          <a:xfrm>
            <a:off x="588746" y="518718"/>
            <a:ext cx="11144076" cy="265053"/>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sp>
        <p:nvSpPr>
          <p:cNvPr id="12" name="Text Placeholder 14">
            <a:extLst>
              <a:ext uri="{FF2B5EF4-FFF2-40B4-BE49-F238E27FC236}">
                <a16:creationId xmlns:a16="http://schemas.microsoft.com/office/drawing/2014/main" id="{64BFC5BB-BF1E-614F-A5C0-3ACBCD127585}"/>
              </a:ext>
            </a:extLst>
          </p:cNvPr>
          <p:cNvSpPr>
            <a:spLocks noGrp="1"/>
          </p:cNvSpPr>
          <p:nvPr>
            <p:ph type="body" sz="quarter" idx="13"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sp>
        <p:nvSpPr>
          <p:cNvPr id="19" name="Content Placeholder 9">
            <a:extLst>
              <a:ext uri="{FF2B5EF4-FFF2-40B4-BE49-F238E27FC236}">
                <a16:creationId xmlns:a16="http://schemas.microsoft.com/office/drawing/2014/main" id="{F9B5BD0A-7637-8C4D-9D0E-78FC0D94A0F7}"/>
              </a:ext>
            </a:extLst>
          </p:cNvPr>
          <p:cNvSpPr>
            <a:spLocks noGrp="1"/>
          </p:cNvSpPr>
          <p:nvPr>
            <p:ph sz="quarter" idx="16"/>
          </p:nvPr>
        </p:nvSpPr>
        <p:spPr>
          <a:xfrm>
            <a:off x="614363" y="1659486"/>
            <a:ext cx="4722135" cy="4017654"/>
          </a:xfrm>
        </p:spPr>
        <p:txBody>
          <a:bodyPr lIns="0" tIns="0" rIns="0" bIns="0">
            <a:noAutofit/>
          </a:bodyPr>
          <a:lstStyle>
            <a:lvl1pPr marL="0" indent="0">
              <a:spcBef>
                <a:spcPts val="1200"/>
              </a:spcBef>
              <a:buFontTx/>
              <a:buNone/>
              <a:defRPr>
                <a:solidFill>
                  <a:schemeClr val="tx2"/>
                </a:solidFill>
              </a:defRPr>
            </a:lvl1pPr>
            <a:lvl2pPr marL="0" indent="0">
              <a:spcBef>
                <a:spcPts val="1200"/>
              </a:spcBef>
              <a:buFontTx/>
              <a:buNone/>
              <a:defRPr>
                <a:solidFill>
                  <a:schemeClr val="tx2"/>
                </a:solidFill>
              </a:defRPr>
            </a:lvl2pPr>
            <a:lvl3pPr marL="0" indent="0">
              <a:spcBef>
                <a:spcPts val="1200"/>
              </a:spcBef>
              <a:buFontTx/>
              <a:buNone/>
              <a:defRPr>
                <a:solidFill>
                  <a:schemeClr val="tx2"/>
                </a:solidFill>
              </a:defRPr>
            </a:lvl3pPr>
            <a:lvl4pPr marL="0" indent="0">
              <a:spcBef>
                <a:spcPts val="1200"/>
              </a:spcBef>
              <a:buFontTx/>
              <a:buNone/>
              <a:defRPr>
                <a:solidFill>
                  <a:schemeClr val="tx2"/>
                </a:solidFill>
              </a:defRPr>
            </a:lvl4pPr>
            <a:lvl5pPr marL="0" indent="0">
              <a:spcBef>
                <a:spcPts val="1200"/>
              </a:spcBef>
              <a:buFontTx/>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9">
            <a:extLst>
              <a:ext uri="{FF2B5EF4-FFF2-40B4-BE49-F238E27FC236}">
                <a16:creationId xmlns:a16="http://schemas.microsoft.com/office/drawing/2014/main" id="{164ECF85-92FE-DE4B-9AFD-B090B58A696C}"/>
              </a:ext>
            </a:extLst>
          </p:cNvPr>
          <p:cNvSpPr>
            <a:spLocks noGrp="1"/>
          </p:cNvSpPr>
          <p:nvPr>
            <p:ph sz="quarter" idx="17"/>
          </p:nvPr>
        </p:nvSpPr>
        <p:spPr>
          <a:xfrm>
            <a:off x="6025812" y="1659486"/>
            <a:ext cx="4722135" cy="4017654"/>
          </a:xfrm>
        </p:spPr>
        <p:txBody>
          <a:bodyPr lIns="0" tIns="0" rIns="0" bIns="0">
            <a:noAutofit/>
          </a:bodyPr>
          <a:lstStyle>
            <a:lvl1pPr marL="0" indent="0">
              <a:spcBef>
                <a:spcPts val="1200"/>
              </a:spcBef>
              <a:buFontTx/>
              <a:buNone/>
              <a:defRPr>
                <a:solidFill>
                  <a:schemeClr val="tx2"/>
                </a:solidFill>
              </a:defRPr>
            </a:lvl1pPr>
            <a:lvl2pPr marL="0" indent="0">
              <a:spcBef>
                <a:spcPts val="1200"/>
              </a:spcBef>
              <a:buFontTx/>
              <a:buNone/>
              <a:defRPr>
                <a:solidFill>
                  <a:schemeClr val="tx2"/>
                </a:solidFill>
              </a:defRPr>
            </a:lvl2pPr>
            <a:lvl3pPr marL="0" indent="0">
              <a:spcBef>
                <a:spcPts val="1200"/>
              </a:spcBef>
              <a:buFontTx/>
              <a:buNone/>
              <a:defRPr>
                <a:solidFill>
                  <a:schemeClr val="tx2"/>
                </a:solidFill>
              </a:defRPr>
            </a:lvl3pPr>
            <a:lvl4pPr marL="0" indent="0">
              <a:spcBef>
                <a:spcPts val="1200"/>
              </a:spcBef>
              <a:buFontTx/>
              <a:buNone/>
              <a:defRPr>
                <a:solidFill>
                  <a:schemeClr val="tx2"/>
                </a:solidFill>
              </a:defRPr>
            </a:lvl4pPr>
            <a:lvl5pPr marL="0" indent="0">
              <a:spcBef>
                <a:spcPts val="1200"/>
              </a:spcBef>
              <a:buFontTx/>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4F0CD544-8329-6F4C-947A-A58F6EE8AE0D}"/>
              </a:ext>
            </a:extLst>
          </p:cNvPr>
          <p:cNvSpPr/>
          <p:nvPr userDrawn="1"/>
        </p:nvSpPr>
        <p:spPr>
          <a:xfrm>
            <a:off x="0" y="543484"/>
            <a:ext cx="306000" cy="11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33AA8BF-E1DD-6442-A5E8-8C1BEA353B9F}"/>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380390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fographics &amp; 1 column Text v1">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B7D9AF-73C2-1447-A3AF-24FF404D1308}"/>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0" name="TextBox 9">
            <a:extLst>
              <a:ext uri="{FF2B5EF4-FFF2-40B4-BE49-F238E27FC236}">
                <a16:creationId xmlns:a16="http://schemas.microsoft.com/office/drawing/2014/main" id="{A869E76A-FFFD-3046-8147-EAA22488A69B}"/>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13" name="Text Placeholder 14">
            <a:extLst>
              <a:ext uri="{FF2B5EF4-FFF2-40B4-BE49-F238E27FC236}">
                <a16:creationId xmlns:a16="http://schemas.microsoft.com/office/drawing/2014/main" id="{2C61BCC9-2EB1-AB4C-AE35-19DA9CD9B19A}"/>
              </a:ext>
            </a:extLst>
          </p:cNvPr>
          <p:cNvSpPr>
            <a:spLocks noGrp="1"/>
          </p:cNvSpPr>
          <p:nvPr>
            <p:ph type="body" sz="quarter" idx="11" hasCustomPrompt="1"/>
          </p:nvPr>
        </p:nvSpPr>
        <p:spPr>
          <a:xfrm>
            <a:off x="588746" y="783874"/>
            <a:ext cx="11144076" cy="308538"/>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4" name="Text Placeholder 14">
            <a:extLst>
              <a:ext uri="{FF2B5EF4-FFF2-40B4-BE49-F238E27FC236}">
                <a16:creationId xmlns:a16="http://schemas.microsoft.com/office/drawing/2014/main" id="{2180FA1C-3E0C-D547-A5C1-56BA265ACD4D}"/>
              </a:ext>
            </a:extLst>
          </p:cNvPr>
          <p:cNvSpPr>
            <a:spLocks noGrp="1"/>
          </p:cNvSpPr>
          <p:nvPr>
            <p:ph type="body" sz="quarter" idx="12" hasCustomPrompt="1"/>
          </p:nvPr>
        </p:nvSpPr>
        <p:spPr>
          <a:xfrm>
            <a:off x="588746" y="518718"/>
            <a:ext cx="11144076" cy="265053"/>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sp>
        <p:nvSpPr>
          <p:cNvPr id="12" name="Text Placeholder 14">
            <a:extLst>
              <a:ext uri="{FF2B5EF4-FFF2-40B4-BE49-F238E27FC236}">
                <a16:creationId xmlns:a16="http://schemas.microsoft.com/office/drawing/2014/main" id="{64BFC5BB-BF1E-614F-A5C0-3ACBCD127585}"/>
              </a:ext>
            </a:extLst>
          </p:cNvPr>
          <p:cNvSpPr>
            <a:spLocks noGrp="1"/>
          </p:cNvSpPr>
          <p:nvPr>
            <p:ph type="body" sz="quarter" idx="13"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sp>
        <p:nvSpPr>
          <p:cNvPr id="19" name="Content Placeholder 9">
            <a:extLst>
              <a:ext uri="{FF2B5EF4-FFF2-40B4-BE49-F238E27FC236}">
                <a16:creationId xmlns:a16="http://schemas.microsoft.com/office/drawing/2014/main" id="{F9B5BD0A-7637-8C4D-9D0E-78FC0D94A0F7}"/>
              </a:ext>
            </a:extLst>
          </p:cNvPr>
          <p:cNvSpPr>
            <a:spLocks noGrp="1"/>
          </p:cNvSpPr>
          <p:nvPr>
            <p:ph sz="quarter" idx="16"/>
          </p:nvPr>
        </p:nvSpPr>
        <p:spPr>
          <a:xfrm>
            <a:off x="3237642" y="1659486"/>
            <a:ext cx="7525296" cy="4017654"/>
          </a:xfrm>
        </p:spPr>
        <p:txBody>
          <a:bodyPr lIns="0" tIns="0" rIns="0" bIns="0">
            <a:noAutofit/>
          </a:bodyPr>
          <a:lstStyle>
            <a:lvl1pPr marL="0" indent="0">
              <a:spcBef>
                <a:spcPts val="1200"/>
              </a:spcBef>
              <a:buFontTx/>
              <a:buNone/>
              <a:defRPr>
                <a:solidFill>
                  <a:schemeClr val="tx2"/>
                </a:solidFill>
              </a:defRPr>
            </a:lvl1pPr>
            <a:lvl2pPr marL="0" indent="0">
              <a:spcBef>
                <a:spcPts val="1200"/>
              </a:spcBef>
              <a:buFontTx/>
              <a:buNone/>
              <a:defRPr>
                <a:solidFill>
                  <a:schemeClr val="tx2"/>
                </a:solidFill>
              </a:defRPr>
            </a:lvl2pPr>
            <a:lvl3pPr marL="0" indent="0">
              <a:spcBef>
                <a:spcPts val="1200"/>
              </a:spcBef>
              <a:buFontTx/>
              <a:buNone/>
              <a:defRPr>
                <a:solidFill>
                  <a:schemeClr val="tx2"/>
                </a:solidFill>
              </a:defRPr>
            </a:lvl3pPr>
            <a:lvl4pPr marL="0" indent="0">
              <a:spcBef>
                <a:spcPts val="1200"/>
              </a:spcBef>
              <a:buFontTx/>
              <a:buNone/>
              <a:defRPr>
                <a:solidFill>
                  <a:schemeClr val="tx2"/>
                </a:solidFill>
              </a:defRPr>
            </a:lvl4pPr>
            <a:lvl5pPr marL="0" indent="0">
              <a:spcBef>
                <a:spcPts val="1200"/>
              </a:spcBef>
              <a:buFontTx/>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2BCB129-E9A1-C541-A0C8-514B32D9B710}"/>
              </a:ext>
            </a:extLst>
          </p:cNvPr>
          <p:cNvSpPr/>
          <p:nvPr userDrawn="1"/>
        </p:nvSpPr>
        <p:spPr>
          <a:xfrm>
            <a:off x="0" y="543484"/>
            <a:ext cx="306000" cy="11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8950556-7F50-6C4B-92CE-7E9D8C15CF14}"/>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110128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fographics &amp; 1 column Text v2">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4F4BA9-4B44-5643-8CA0-7295A17961F3}"/>
              </a:ext>
            </a:extLst>
          </p:cNvPr>
          <p:cNvSpPr/>
          <p:nvPr userDrawn="1"/>
        </p:nvSpPr>
        <p:spPr>
          <a:xfrm>
            <a:off x="5604000" y="1092411"/>
            <a:ext cx="6588000" cy="52162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DB7D9AF-73C2-1447-A3AF-24FF404D1308}"/>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0" name="TextBox 9">
            <a:extLst>
              <a:ext uri="{FF2B5EF4-FFF2-40B4-BE49-F238E27FC236}">
                <a16:creationId xmlns:a16="http://schemas.microsoft.com/office/drawing/2014/main" id="{A869E76A-FFFD-3046-8147-EAA22488A69B}"/>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13" name="Text Placeholder 14">
            <a:extLst>
              <a:ext uri="{FF2B5EF4-FFF2-40B4-BE49-F238E27FC236}">
                <a16:creationId xmlns:a16="http://schemas.microsoft.com/office/drawing/2014/main" id="{2C61BCC9-2EB1-AB4C-AE35-19DA9CD9B19A}"/>
              </a:ext>
            </a:extLst>
          </p:cNvPr>
          <p:cNvSpPr>
            <a:spLocks noGrp="1"/>
          </p:cNvSpPr>
          <p:nvPr>
            <p:ph type="body" sz="quarter" idx="11" hasCustomPrompt="1"/>
          </p:nvPr>
        </p:nvSpPr>
        <p:spPr>
          <a:xfrm>
            <a:off x="588746" y="783874"/>
            <a:ext cx="11144076" cy="308538"/>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4" name="Text Placeholder 14">
            <a:extLst>
              <a:ext uri="{FF2B5EF4-FFF2-40B4-BE49-F238E27FC236}">
                <a16:creationId xmlns:a16="http://schemas.microsoft.com/office/drawing/2014/main" id="{2180FA1C-3E0C-D547-A5C1-56BA265ACD4D}"/>
              </a:ext>
            </a:extLst>
          </p:cNvPr>
          <p:cNvSpPr>
            <a:spLocks noGrp="1"/>
          </p:cNvSpPr>
          <p:nvPr>
            <p:ph type="body" sz="quarter" idx="12" hasCustomPrompt="1"/>
          </p:nvPr>
        </p:nvSpPr>
        <p:spPr>
          <a:xfrm>
            <a:off x="588746" y="518718"/>
            <a:ext cx="11144076" cy="265053"/>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sp>
        <p:nvSpPr>
          <p:cNvPr id="12" name="Text Placeholder 14">
            <a:extLst>
              <a:ext uri="{FF2B5EF4-FFF2-40B4-BE49-F238E27FC236}">
                <a16:creationId xmlns:a16="http://schemas.microsoft.com/office/drawing/2014/main" id="{64BFC5BB-BF1E-614F-A5C0-3ACBCD127585}"/>
              </a:ext>
            </a:extLst>
          </p:cNvPr>
          <p:cNvSpPr>
            <a:spLocks noGrp="1"/>
          </p:cNvSpPr>
          <p:nvPr>
            <p:ph type="body" sz="quarter" idx="13"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sp>
        <p:nvSpPr>
          <p:cNvPr id="19" name="Content Placeholder 9">
            <a:extLst>
              <a:ext uri="{FF2B5EF4-FFF2-40B4-BE49-F238E27FC236}">
                <a16:creationId xmlns:a16="http://schemas.microsoft.com/office/drawing/2014/main" id="{F9B5BD0A-7637-8C4D-9D0E-78FC0D94A0F7}"/>
              </a:ext>
            </a:extLst>
          </p:cNvPr>
          <p:cNvSpPr>
            <a:spLocks noGrp="1"/>
          </p:cNvSpPr>
          <p:nvPr>
            <p:ph sz="quarter" idx="16"/>
          </p:nvPr>
        </p:nvSpPr>
        <p:spPr>
          <a:xfrm>
            <a:off x="6056243" y="1659486"/>
            <a:ext cx="4706694" cy="4017654"/>
          </a:xfrm>
        </p:spPr>
        <p:txBody>
          <a:bodyPr lIns="0" tIns="0" rIns="0" bIns="0">
            <a:noAutofit/>
          </a:bodyPr>
          <a:lstStyle>
            <a:lvl1pPr marL="0" indent="0">
              <a:spcBef>
                <a:spcPts val="1200"/>
              </a:spcBef>
              <a:buFontTx/>
              <a:buNone/>
              <a:defRPr>
                <a:solidFill>
                  <a:schemeClr val="bg1"/>
                </a:solidFill>
              </a:defRPr>
            </a:lvl1pPr>
            <a:lvl2pPr marL="0" indent="0">
              <a:spcBef>
                <a:spcPts val="1200"/>
              </a:spcBef>
              <a:buFontTx/>
              <a:buNone/>
              <a:defRPr>
                <a:solidFill>
                  <a:schemeClr val="bg1"/>
                </a:solidFill>
              </a:defRPr>
            </a:lvl2pPr>
            <a:lvl3pPr marL="0" indent="0">
              <a:spcBef>
                <a:spcPts val="1200"/>
              </a:spcBef>
              <a:buFontTx/>
              <a:buNone/>
              <a:defRPr>
                <a:solidFill>
                  <a:schemeClr val="bg1"/>
                </a:solidFill>
              </a:defRPr>
            </a:lvl3pPr>
            <a:lvl4pPr marL="0" indent="0">
              <a:spcBef>
                <a:spcPts val="1200"/>
              </a:spcBef>
              <a:buFontTx/>
              <a:buNone/>
              <a:defRPr>
                <a:solidFill>
                  <a:schemeClr val="bg1"/>
                </a:solidFill>
              </a:defRPr>
            </a:lvl4pPr>
            <a:lvl5pPr marL="0" indent="0">
              <a:spcBef>
                <a:spcPts val="1200"/>
              </a:spcBef>
              <a:buFontTx/>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63411DD6-DD1B-EB42-9745-1AC695A9FE68}"/>
              </a:ext>
            </a:extLst>
          </p:cNvPr>
          <p:cNvSpPr/>
          <p:nvPr userDrawn="1"/>
        </p:nvSpPr>
        <p:spPr>
          <a:xfrm>
            <a:off x="0" y="543484"/>
            <a:ext cx="306000" cy="11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1D3A7C5-9224-2F49-AEF4-C9B6E307DBE7}"/>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2839277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amp; 1 column Text">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B7D9AF-73C2-1447-A3AF-24FF404D1308}"/>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4" name="Rectangle 3">
            <a:extLst>
              <a:ext uri="{FF2B5EF4-FFF2-40B4-BE49-F238E27FC236}">
                <a16:creationId xmlns:a16="http://schemas.microsoft.com/office/drawing/2014/main" id="{AA985C98-E3EC-5442-A841-FFEC886DC897}"/>
              </a:ext>
            </a:extLst>
          </p:cNvPr>
          <p:cNvSpPr/>
          <p:nvPr userDrawn="1"/>
        </p:nvSpPr>
        <p:spPr>
          <a:xfrm>
            <a:off x="0" y="543484"/>
            <a:ext cx="306000" cy="52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869E76A-FFFD-3046-8147-EAA22488A69B}"/>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13" name="Text Placeholder 14">
            <a:extLst>
              <a:ext uri="{FF2B5EF4-FFF2-40B4-BE49-F238E27FC236}">
                <a16:creationId xmlns:a16="http://schemas.microsoft.com/office/drawing/2014/main" id="{2C61BCC9-2EB1-AB4C-AE35-19DA9CD9B19A}"/>
              </a:ext>
            </a:extLst>
          </p:cNvPr>
          <p:cNvSpPr>
            <a:spLocks noGrp="1"/>
          </p:cNvSpPr>
          <p:nvPr>
            <p:ph type="body" sz="quarter" idx="11" hasCustomPrompt="1"/>
          </p:nvPr>
        </p:nvSpPr>
        <p:spPr>
          <a:xfrm>
            <a:off x="588746" y="783874"/>
            <a:ext cx="4706694" cy="308640"/>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4" name="Text Placeholder 14">
            <a:extLst>
              <a:ext uri="{FF2B5EF4-FFF2-40B4-BE49-F238E27FC236}">
                <a16:creationId xmlns:a16="http://schemas.microsoft.com/office/drawing/2014/main" id="{2180FA1C-3E0C-D547-A5C1-56BA265ACD4D}"/>
              </a:ext>
            </a:extLst>
          </p:cNvPr>
          <p:cNvSpPr>
            <a:spLocks noGrp="1"/>
          </p:cNvSpPr>
          <p:nvPr>
            <p:ph type="body" sz="quarter" idx="12" hasCustomPrompt="1"/>
          </p:nvPr>
        </p:nvSpPr>
        <p:spPr>
          <a:xfrm>
            <a:off x="588746" y="518718"/>
            <a:ext cx="4706694" cy="265155"/>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sp>
        <p:nvSpPr>
          <p:cNvPr id="12" name="Text Placeholder 14">
            <a:extLst>
              <a:ext uri="{FF2B5EF4-FFF2-40B4-BE49-F238E27FC236}">
                <a16:creationId xmlns:a16="http://schemas.microsoft.com/office/drawing/2014/main" id="{64BFC5BB-BF1E-614F-A5C0-3ACBCD127585}"/>
              </a:ext>
            </a:extLst>
          </p:cNvPr>
          <p:cNvSpPr>
            <a:spLocks noGrp="1"/>
          </p:cNvSpPr>
          <p:nvPr>
            <p:ph type="body" sz="quarter" idx="13"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sp>
        <p:nvSpPr>
          <p:cNvPr id="19" name="Content Placeholder 9">
            <a:extLst>
              <a:ext uri="{FF2B5EF4-FFF2-40B4-BE49-F238E27FC236}">
                <a16:creationId xmlns:a16="http://schemas.microsoft.com/office/drawing/2014/main" id="{F9B5BD0A-7637-8C4D-9D0E-78FC0D94A0F7}"/>
              </a:ext>
            </a:extLst>
          </p:cNvPr>
          <p:cNvSpPr>
            <a:spLocks noGrp="1"/>
          </p:cNvSpPr>
          <p:nvPr>
            <p:ph sz="quarter" idx="16"/>
          </p:nvPr>
        </p:nvSpPr>
        <p:spPr>
          <a:xfrm>
            <a:off x="588746" y="1659485"/>
            <a:ext cx="4706694" cy="4157505"/>
          </a:xfrm>
        </p:spPr>
        <p:txBody>
          <a:bodyPr lIns="0" tIns="0" rIns="0" bIns="0">
            <a:noAutofit/>
          </a:bodyPr>
          <a:lstStyle>
            <a:lvl1pPr marL="0" indent="0">
              <a:spcBef>
                <a:spcPts val="1200"/>
              </a:spcBef>
              <a:buFontTx/>
              <a:buNone/>
              <a:defRPr>
                <a:solidFill>
                  <a:schemeClr val="accent1"/>
                </a:solidFill>
              </a:defRPr>
            </a:lvl1pPr>
            <a:lvl2pPr marL="0" indent="0">
              <a:spcBef>
                <a:spcPts val="1200"/>
              </a:spcBef>
              <a:buFontTx/>
              <a:buNone/>
              <a:defRPr>
                <a:solidFill>
                  <a:schemeClr val="accent1"/>
                </a:solidFill>
              </a:defRPr>
            </a:lvl2pPr>
            <a:lvl3pPr marL="0" indent="0">
              <a:spcBef>
                <a:spcPts val="1200"/>
              </a:spcBef>
              <a:buFontTx/>
              <a:buNone/>
              <a:defRPr>
                <a:solidFill>
                  <a:schemeClr val="accent1"/>
                </a:solidFill>
              </a:defRPr>
            </a:lvl3pPr>
            <a:lvl4pPr marL="0" indent="0">
              <a:spcBef>
                <a:spcPts val="1200"/>
              </a:spcBef>
              <a:buFontTx/>
              <a:buNone/>
              <a:defRPr>
                <a:solidFill>
                  <a:schemeClr val="accent1"/>
                </a:solidFill>
              </a:defRPr>
            </a:lvl4pPr>
            <a:lvl5pPr marL="0" indent="0">
              <a:spcBef>
                <a:spcPts val="1200"/>
              </a:spcBef>
              <a:buFontTx/>
              <a:buNone/>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7">
            <a:extLst>
              <a:ext uri="{FF2B5EF4-FFF2-40B4-BE49-F238E27FC236}">
                <a16:creationId xmlns:a16="http://schemas.microsoft.com/office/drawing/2014/main" id="{9740FC02-2FA5-224A-B23B-5707A85755B0}"/>
              </a:ext>
            </a:extLst>
          </p:cNvPr>
          <p:cNvSpPr>
            <a:spLocks noGrp="1"/>
          </p:cNvSpPr>
          <p:nvPr>
            <p:ph type="pic" sz="quarter" idx="17" hasCustomPrompt="1"/>
          </p:nvPr>
        </p:nvSpPr>
        <p:spPr>
          <a:xfrm>
            <a:off x="6097941" y="543484"/>
            <a:ext cx="6094059" cy="5273507"/>
          </a:xfrm>
        </p:spPr>
        <p:txBody>
          <a:bodyPr lIns="0" tIns="0" rIns="0" bIns="0" anchor="ctr" anchorCtr="1"/>
          <a:lstStyle>
            <a:lvl1pPr>
              <a:defRPr>
                <a:solidFill>
                  <a:schemeClr val="bg1"/>
                </a:solidFill>
              </a:defRPr>
            </a:lvl1pPr>
          </a:lstStyle>
          <a:p>
            <a:r>
              <a:rPr lang="en-US"/>
              <a:t>Insert your image here</a:t>
            </a:r>
          </a:p>
        </p:txBody>
      </p:sp>
      <p:pic>
        <p:nvPicPr>
          <p:cNvPr id="11" name="Picture 10">
            <a:extLst>
              <a:ext uri="{FF2B5EF4-FFF2-40B4-BE49-F238E27FC236}">
                <a16:creationId xmlns:a16="http://schemas.microsoft.com/office/drawing/2014/main" id="{ED0A8FC2-FA49-0547-BAB3-25BAA35FF454}"/>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2070784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2 column Text">
    <p:bg>
      <p:bgPr>
        <a:solidFill>
          <a:schemeClr val="bg1"/>
        </a:solidFill>
        <a:effectLst/>
      </p:bgPr>
    </p:bg>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52A452EA-EEB5-8349-8FE7-027D59F3CBF4}"/>
              </a:ext>
            </a:extLst>
          </p:cNvPr>
          <p:cNvSpPr>
            <a:spLocks noGrp="1"/>
          </p:cNvSpPr>
          <p:nvPr>
            <p:ph type="pic" sz="quarter" idx="17" hasCustomPrompt="1"/>
          </p:nvPr>
        </p:nvSpPr>
        <p:spPr>
          <a:xfrm>
            <a:off x="0" y="0"/>
            <a:ext cx="12192000" cy="6858000"/>
          </a:xfrm>
          <a:solidFill>
            <a:schemeClr val="accent2">
              <a:lumMod val="40000"/>
              <a:lumOff val="60000"/>
            </a:schemeClr>
          </a:solidFill>
        </p:spPr>
        <p:txBody>
          <a:bodyPr lIns="0" tIns="0" rIns="0" bIns="0" anchor="ctr" anchorCtr="1"/>
          <a:lstStyle>
            <a:lvl1pPr>
              <a:defRPr>
                <a:solidFill>
                  <a:schemeClr val="bg1"/>
                </a:solidFill>
              </a:defRPr>
            </a:lvl1pPr>
          </a:lstStyle>
          <a:p>
            <a:r>
              <a:rPr lang="en-US"/>
              <a:t>Insert your image here</a:t>
            </a:r>
          </a:p>
        </p:txBody>
      </p:sp>
      <p:pic>
        <p:nvPicPr>
          <p:cNvPr id="3" name="Picture 2">
            <a:extLst>
              <a:ext uri="{FF2B5EF4-FFF2-40B4-BE49-F238E27FC236}">
                <a16:creationId xmlns:a16="http://schemas.microsoft.com/office/drawing/2014/main" id="{BB15DD2A-FFB9-4D4E-82BB-D5E3DC34C752}"/>
              </a:ext>
            </a:extLst>
          </p:cNvPr>
          <p:cNvPicPr>
            <a:picLocks noChangeAspect="1"/>
          </p:cNvPicPr>
          <p:nvPr userDrawn="1"/>
        </p:nvPicPr>
        <p:blipFill>
          <a:blip r:embed="rId2"/>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1278000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s &amp; Text">
    <p:bg>
      <p:bgPr>
        <a:solidFill>
          <a:schemeClr val="bg1"/>
        </a:solidFill>
        <a:effectLst/>
      </p:bgPr>
    </p:bg>
    <p:spTree>
      <p:nvGrpSpPr>
        <p:cNvPr id="1" name=""/>
        <p:cNvGrpSpPr/>
        <p:nvPr/>
      </p:nvGrpSpPr>
      <p:grpSpPr>
        <a:xfrm>
          <a:off x="0" y="0"/>
          <a:ext cx="0" cy="0"/>
          <a:chOff x="0" y="0"/>
          <a:chExt cx="0" cy="0"/>
        </a:xfrm>
      </p:grpSpPr>
      <p:sp>
        <p:nvSpPr>
          <p:cNvPr id="13" name="Chart Placeholder 4">
            <a:extLst>
              <a:ext uri="{FF2B5EF4-FFF2-40B4-BE49-F238E27FC236}">
                <a16:creationId xmlns:a16="http://schemas.microsoft.com/office/drawing/2014/main" id="{029E6D28-5E61-E84B-A76F-F4675447DCEF}"/>
              </a:ext>
            </a:extLst>
          </p:cNvPr>
          <p:cNvSpPr>
            <a:spLocks noGrp="1"/>
          </p:cNvSpPr>
          <p:nvPr>
            <p:ph type="chart" sz="quarter" idx="13"/>
          </p:nvPr>
        </p:nvSpPr>
        <p:spPr>
          <a:xfrm>
            <a:off x="4625707" y="2103438"/>
            <a:ext cx="3010622" cy="1719262"/>
          </a:xfrm>
        </p:spPr>
        <p:txBody>
          <a:bodyPr/>
          <a:lstStyle/>
          <a:p>
            <a:r>
              <a:rPr lang="en-US"/>
              <a:t>Click icon to add chart</a:t>
            </a:r>
          </a:p>
        </p:txBody>
      </p:sp>
      <p:sp>
        <p:nvSpPr>
          <p:cNvPr id="14" name="Text Placeholder 6">
            <a:extLst>
              <a:ext uri="{FF2B5EF4-FFF2-40B4-BE49-F238E27FC236}">
                <a16:creationId xmlns:a16="http://schemas.microsoft.com/office/drawing/2014/main" id="{EF94F0F3-B151-E34D-ABB5-78E5693349CF}"/>
              </a:ext>
            </a:extLst>
          </p:cNvPr>
          <p:cNvSpPr>
            <a:spLocks noGrp="1"/>
          </p:cNvSpPr>
          <p:nvPr>
            <p:ph type="body" sz="quarter" idx="14" hasCustomPrompt="1"/>
          </p:nvPr>
        </p:nvSpPr>
        <p:spPr>
          <a:xfrm>
            <a:off x="4625707"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5" name="Chart Placeholder 4">
            <a:extLst>
              <a:ext uri="{FF2B5EF4-FFF2-40B4-BE49-F238E27FC236}">
                <a16:creationId xmlns:a16="http://schemas.microsoft.com/office/drawing/2014/main" id="{113943AD-4D8A-7445-922D-105F46054563}"/>
              </a:ext>
            </a:extLst>
          </p:cNvPr>
          <p:cNvSpPr>
            <a:spLocks noGrp="1"/>
          </p:cNvSpPr>
          <p:nvPr>
            <p:ph type="chart" sz="quarter" idx="15"/>
          </p:nvPr>
        </p:nvSpPr>
        <p:spPr>
          <a:xfrm>
            <a:off x="8702407" y="2103438"/>
            <a:ext cx="3010622" cy="1719262"/>
          </a:xfrm>
        </p:spPr>
        <p:txBody>
          <a:bodyPr/>
          <a:lstStyle/>
          <a:p>
            <a:r>
              <a:rPr lang="en-US"/>
              <a:t>Click icon to add chart</a:t>
            </a:r>
          </a:p>
        </p:txBody>
      </p:sp>
      <p:sp>
        <p:nvSpPr>
          <p:cNvPr id="16" name="Text Placeholder 6">
            <a:extLst>
              <a:ext uri="{FF2B5EF4-FFF2-40B4-BE49-F238E27FC236}">
                <a16:creationId xmlns:a16="http://schemas.microsoft.com/office/drawing/2014/main" id="{52139955-5B84-9F46-89B8-C595E433A21C}"/>
              </a:ext>
            </a:extLst>
          </p:cNvPr>
          <p:cNvSpPr>
            <a:spLocks noGrp="1"/>
          </p:cNvSpPr>
          <p:nvPr>
            <p:ph type="body" sz="quarter" idx="16" hasCustomPrompt="1"/>
          </p:nvPr>
        </p:nvSpPr>
        <p:spPr>
          <a:xfrm>
            <a:off x="8702407"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9" name="Chart Placeholder 4">
            <a:extLst>
              <a:ext uri="{FF2B5EF4-FFF2-40B4-BE49-F238E27FC236}">
                <a16:creationId xmlns:a16="http://schemas.microsoft.com/office/drawing/2014/main" id="{3FA63BAE-625A-CB47-AE4E-06BAFAC56682}"/>
              </a:ext>
            </a:extLst>
          </p:cNvPr>
          <p:cNvSpPr>
            <a:spLocks noGrp="1"/>
          </p:cNvSpPr>
          <p:nvPr>
            <p:ph type="chart" sz="quarter" idx="17"/>
          </p:nvPr>
        </p:nvSpPr>
        <p:spPr>
          <a:xfrm>
            <a:off x="588746" y="2103438"/>
            <a:ext cx="3010622" cy="1719262"/>
          </a:xfrm>
        </p:spPr>
        <p:txBody>
          <a:bodyPr/>
          <a:lstStyle/>
          <a:p>
            <a:r>
              <a:rPr lang="en-US"/>
              <a:t>Click icon to add chart</a:t>
            </a:r>
          </a:p>
        </p:txBody>
      </p:sp>
      <p:sp>
        <p:nvSpPr>
          <p:cNvPr id="20" name="Text Placeholder 6">
            <a:extLst>
              <a:ext uri="{FF2B5EF4-FFF2-40B4-BE49-F238E27FC236}">
                <a16:creationId xmlns:a16="http://schemas.microsoft.com/office/drawing/2014/main" id="{D4FEF755-EE08-D343-8AFC-1BA6EDB54542}"/>
              </a:ext>
            </a:extLst>
          </p:cNvPr>
          <p:cNvSpPr>
            <a:spLocks noGrp="1"/>
          </p:cNvSpPr>
          <p:nvPr>
            <p:ph type="body" sz="quarter" idx="18" hasCustomPrompt="1"/>
          </p:nvPr>
        </p:nvSpPr>
        <p:spPr>
          <a:xfrm>
            <a:off x="588746"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1" name="Text Placeholder 14">
            <a:extLst>
              <a:ext uri="{FF2B5EF4-FFF2-40B4-BE49-F238E27FC236}">
                <a16:creationId xmlns:a16="http://schemas.microsoft.com/office/drawing/2014/main" id="{110BC8F9-B0D9-254F-8332-5270A4220398}"/>
              </a:ext>
            </a:extLst>
          </p:cNvPr>
          <p:cNvSpPr>
            <a:spLocks noGrp="1"/>
          </p:cNvSpPr>
          <p:nvPr>
            <p:ph type="body" sz="quarter" idx="11" hasCustomPrompt="1"/>
          </p:nvPr>
        </p:nvSpPr>
        <p:spPr>
          <a:xfrm>
            <a:off x="588746" y="783874"/>
            <a:ext cx="4706694" cy="308640"/>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2" name="Text Placeholder 14">
            <a:extLst>
              <a:ext uri="{FF2B5EF4-FFF2-40B4-BE49-F238E27FC236}">
                <a16:creationId xmlns:a16="http://schemas.microsoft.com/office/drawing/2014/main" id="{2C2879C3-0F85-C14A-9797-330EE62E54DA}"/>
              </a:ext>
            </a:extLst>
          </p:cNvPr>
          <p:cNvSpPr>
            <a:spLocks noGrp="1"/>
          </p:cNvSpPr>
          <p:nvPr>
            <p:ph type="body" sz="quarter" idx="12" hasCustomPrompt="1"/>
          </p:nvPr>
        </p:nvSpPr>
        <p:spPr>
          <a:xfrm>
            <a:off x="588746" y="518718"/>
            <a:ext cx="4706694" cy="265155"/>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pic>
        <p:nvPicPr>
          <p:cNvPr id="17" name="Picture 16">
            <a:extLst>
              <a:ext uri="{FF2B5EF4-FFF2-40B4-BE49-F238E27FC236}">
                <a16:creationId xmlns:a16="http://schemas.microsoft.com/office/drawing/2014/main" id="{65CD8B16-0B34-494D-8CD0-2367793C847C}"/>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8" name="TextBox 17">
            <a:extLst>
              <a:ext uri="{FF2B5EF4-FFF2-40B4-BE49-F238E27FC236}">
                <a16:creationId xmlns:a16="http://schemas.microsoft.com/office/drawing/2014/main" id="{67D53B77-A4EF-8144-869F-1B6655D6FC8C}"/>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24" name="Text Placeholder 14">
            <a:extLst>
              <a:ext uri="{FF2B5EF4-FFF2-40B4-BE49-F238E27FC236}">
                <a16:creationId xmlns:a16="http://schemas.microsoft.com/office/drawing/2014/main" id="{E0BE4593-C62D-2F4E-A156-639B764571EB}"/>
              </a:ext>
            </a:extLst>
          </p:cNvPr>
          <p:cNvSpPr>
            <a:spLocks noGrp="1"/>
          </p:cNvSpPr>
          <p:nvPr>
            <p:ph type="body" sz="quarter" idx="19"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cxnSp>
        <p:nvCxnSpPr>
          <p:cNvPr id="5" name="Straight Connector 4">
            <a:extLst>
              <a:ext uri="{FF2B5EF4-FFF2-40B4-BE49-F238E27FC236}">
                <a16:creationId xmlns:a16="http://schemas.microsoft.com/office/drawing/2014/main" id="{980DF98A-13A4-D44C-8447-2B6FAA35F826}"/>
              </a:ext>
            </a:extLst>
          </p:cNvPr>
          <p:cNvCxnSpPr/>
          <p:nvPr userDrawn="1"/>
        </p:nvCxnSpPr>
        <p:spPr>
          <a:xfrm>
            <a:off x="4126230" y="1605280"/>
            <a:ext cx="0" cy="432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1BDDF7A-FF9B-F34E-8416-F50546766EC5}"/>
              </a:ext>
            </a:extLst>
          </p:cNvPr>
          <p:cNvCxnSpPr>
            <a:cxnSpLocks/>
          </p:cNvCxnSpPr>
          <p:nvPr userDrawn="1"/>
        </p:nvCxnSpPr>
        <p:spPr>
          <a:xfrm>
            <a:off x="8138160" y="1605280"/>
            <a:ext cx="0" cy="432000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EA6B43E-87C5-B547-9A9F-862D5D75726D}"/>
              </a:ext>
            </a:extLst>
          </p:cNvPr>
          <p:cNvSpPr/>
          <p:nvPr userDrawn="1"/>
        </p:nvSpPr>
        <p:spPr>
          <a:xfrm>
            <a:off x="0" y="543484"/>
            <a:ext cx="306000" cy="11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BF769A99-F3FC-D449-B1B5-1CD77AE7B5C1}"/>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3115916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amp; 1 column text">
    <p:bg>
      <p:bgPr>
        <a:solidFill>
          <a:schemeClr val="bg1"/>
        </a:solidFill>
        <a:effectLst/>
      </p:bgPr>
    </p:bg>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110BC8F9-B0D9-254F-8332-5270A4220398}"/>
              </a:ext>
            </a:extLst>
          </p:cNvPr>
          <p:cNvSpPr>
            <a:spLocks noGrp="1"/>
          </p:cNvSpPr>
          <p:nvPr>
            <p:ph type="body" sz="quarter" idx="11" hasCustomPrompt="1"/>
          </p:nvPr>
        </p:nvSpPr>
        <p:spPr>
          <a:xfrm>
            <a:off x="588746" y="783874"/>
            <a:ext cx="4706694" cy="308640"/>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2" name="Text Placeholder 14">
            <a:extLst>
              <a:ext uri="{FF2B5EF4-FFF2-40B4-BE49-F238E27FC236}">
                <a16:creationId xmlns:a16="http://schemas.microsoft.com/office/drawing/2014/main" id="{2C2879C3-0F85-C14A-9797-330EE62E54DA}"/>
              </a:ext>
            </a:extLst>
          </p:cNvPr>
          <p:cNvSpPr>
            <a:spLocks noGrp="1"/>
          </p:cNvSpPr>
          <p:nvPr>
            <p:ph type="body" sz="quarter" idx="12" hasCustomPrompt="1"/>
          </p:nvPr>
        </p:nvSpPr>
        <p:spPr>
          <a:xfrm>
            <a:off x="588746" y="518718"/>
            <a:ext cx="4706694" cy="265155"/>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pic>
        <p:nvPicPr>
          <p:cNvPr id="17" name="Picture 16">
            <a:extLst>
              <a:ext uri="{FF2B5EF4-FFF2-40B4-BE49-F238E27FC236}">
                <a16:creationId xmlns:a16="http://schemas.microsoft.com/office/drawing/2014/main" id="{65CD8B16-0B34-494D-8CD0-2367793C847C}"/>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8" name="TextBox 17">
            <a:extLst>
              <a:ext uri="{FF2B5EF4-FFF2-40B4-BE49-F238E27FC236}">
                <a16:creationId xmlns:a16="http://schemas.microsoft.com/office/drawing/2014/main" id="{67D53B77-A4EF-8144-869F-1B6655D6FC8C}"/>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24" name="Text Placeholder 14">
            <a:extLst>
              <a:ext uri="{FF2B5EF4-FFF2-40B4-BE49-F238E27FC236}">
                <a16:creationId xmlns:a16="http://schemas.microsoft.com/office/drawing/2014/main" id="{E0BE4593-C62D-2F4E-A156-639B764571EB}"/>
              </a:ext>
            </a:extLst>
          </p:cNvPr>
          <p:cNvSpPr>
            <a:spLocks noGrp="1"/>
          </p:cNvSpPr>
          <p:nvPr>
            <p:ph type="body" sz="quarter" idx="19"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sp>
        <p:nvSpPr>
          <p:cNvPr id="21" name="Content Placeholder 9">
            <a:extLst>
              <a:ext uri="{FF2B5EF4-FFF2-40B4-BE49-F238E27FC236}">
                <a16:creationId xmlns:a16="http://schemas.microsoft.com/office/drawing/2014/main" id="{DCCED9D6-8BE4-8040-ABC6-F3E74F671D80}"/>
              </a:ext>
            </a:extLst>
          </p:cNvPr>
          <p:cNvSpPr>
            <a:spLocks noGrp="1"/>
          </p:cNvSpPr>
          <p:nvPr>
            <p:ph sz="quarter" idx="16"/>
          </p:nvPr>
        </p:nvSpPr>
        <p:spPr>
          <a:xfrm>
            <a:off x="6029426" y="1659485"/>
            <a:ext cx="4706694" cy="4157505"/>
          </a:xfrm>
        </p:spPr>
        <p:txBody>
          <a:bodyPr lIns="0" tIns="0" rIns="0" bIns="0">
            <a:noAutofit/>
          </a:bodyPr>
          <a:lstStyle>
            <a:lvl1pPr marL="0" indent="0">
              <a:spcBef>
                <a:spcPts val="1200"/>
              </a:spcBef>
              <a:buFontTx/>
              <a:buNone/>
              <a:defRPr>
                <a:solidFill>
                  <a:schemeClr val="accent1"/>
                </a:solidFill>
              </a:defRPr>
            </a:lvl1pPr>
            <a:lvl2pPr marL="0" indent="0">
              <a:spcBef>
                <a:spcPts val="1200"/>
              </a:spcBef>
              <a:buFontTx/>
              <a:buNone/>
              <a:defRPr>
                <a:solidFill>
                  <a:schemeClr val="accent1"/>
                </a:solidFill>
              </a:defRPr>
            </a:lvl2pPr>
            <a:lvl3pPr marL="0" indent="0">
              <a:spcBef>
                <a:spcPts val="1200"/>
              </a:spcBef>
              <a:buFontTx/>
              <a:buNone/>
              <a:defRPr>
                <a:solidFill>
                  <a:schemeClr val="accent1"/>
                </a:solidFill>
              </a:defRPr>
            </a:lvl3pPr>
            <a:lvl4pPr marL="0" indent="0">
              <a:spcBef>
                <a:spcPts val="1200"/>
              </a:spcBef>
              <a:buFontTx/>
              <a:buNone/>
              <a:defRPr>
                <a:solidFill>
                  <a:schemeClr val="accent1"/>
                </a:solidFill>
              </a:defRPr>
            </a:lvl4pPr>
            <a:lvl5pPr marL="0" indent="0">
              <a:spcBef>
                <a:spcPts val="1200"/>
              </a:spcBef>
              <a:buFontTx/>
              <a:buNone/>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hart Placeholder 4">
            <a:extLst>
              <a:ext uri="{FF2B5EF4-FFF2-40B4-BE49-F238E27FC236}">
                <a16:creationId xmlns:a16="http://schemas.microsoft.com/office/drawing/2014/main" id="{2252A71A-0360-C646-B313-D84F06354140}"/>
              </a:ext>
            </a:extLst>
          </p:cNvPr>
          <p:cNvSpPr>
            <a:spLocks noGrp="1"/>
          </p:cNvSpPr>
          <p:nvPr>
            <p:ph type="chart" sz="quarter" idx="17"/>
          </p:nvPr>
        </p:nvSpPr>
        <p:spPr>
          <a:xfrm>
            <a:off x="588746" y="1659485"/>
            <a:ext cx="4234714" cy="2163215"/>
          </a:xfrm>
        </p:spPr>
        <p:txBody>
          <a:bodyPr/>
          <a:lstStyle/>
          <a:p>
            <a:r>
              <a:rPr lang="en-US"/>
              <a:t>Click icon to add chart</a:t>
            </a:r>
          </a:p>
        </p:txBody>
      </p:sp>
      <p:sp>
        <p:nvSpPr>
          <p:cNvPr id="25" name="Text Placeholder 6">
            <a:extLst>
              <a:ext uri="{FF2B5EF4-FFF2-40B4-BE49-F238E27FC236}">
                <a16:creationId xmlns:a16="http://schemas.microsoft.com/office/drawing/2014/main" id="{2DA4613F-439B-C941-9C12-4A61AA658B29}"/>
              </a:ext>
            </a:extLst>
          </p:cNvPr>
          <p:cNvSpPr>
            <a:spLocks noGrp="1"/>
          </p:cNvSpPr>
          <p:nvPr>
            <p:ph type="body" sz="quarter" idx="18" hasCustomPrompt="1"/>
          </p:nvPr>
        </p:nvSpPr>
        <p:spPr>
          <a:xfrm>
            <a:off x="588746"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4" name="Rectangle 13">
            <a:extLst>
              <a:ext uri="{FF2B5EF4-FFF2-40B4-BE49-F238E27FC236}">
                <a16:creationId xmlns:a16="http://schemas.microsoft.com/office/drawing/2014/main" id="{14D9BAC6-3F1A-F648-AF7A-5F04DC0F2B4F}"/>
              </a:ext>
            </a:extLst>
          </p:cNvPr>
          <p:cNvSpPr/>
          <p:nvPr userDrawn="1"/>
        </p:nvSpPr>
        <p:spPr>
          <a:xfrm>
            <a:off x="0" y="543484"/>
            <a:ext cx="306000" cy="52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13FABCF-D6CF-764B-8AA5-799A8029BE58}"/>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46397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mp; Text">
    <p:bg>
      <p:bgPr>
        <a:solidFill>
          <a:schemeClr val="bg1"/>
        </a:solidFill>
        <a:effectLst/>
      </p:bgPr>
    </p:bg>
    <p:spTree>
      <p:nvGrpSpPr>
        <p:cNvPr id="1" name=""/>
        <p:cNvGrpSpPr/>
        <p:nvPr/>
      </p:nvGrpSpPr>
      <p:grpSpPr>
        <a:xfrm>
          <a:off x="0" y="0"/>
          <a:ext cx="0" cy="0"/>
          <a:chOff x="0" y="0"/>
          <a:chExt cx="0" cy="0"/>
        </a:xfrm>
      </p:grpSpPr>
      <p:sp>
        <p:nvSpPr>
          <p:cNvPr id="14" name="Text Placeholder 6">
            <a:extLst>
              <a:ext uri="{FF2B5EF4-FFF2-40B4-BE49-F238E27FC236}">
                <a16:creationId xmlns:a16="http://schemas.microsoft.com/office/drawing/2014/main" id="{EF94F0F3-B151-E34D-ABB5-78E5693349CF}"/>
              </a:ext>
            </a:extLst>
          </p:cNvPr>
          <p:cNvSpPr>
            <a:spLocks noGrp="1"/>
          </p:cNvSpPr>
          <p:nvPr>
            <p:ph type="body" sz="quarter" idx="14" hasCustomPrompt="1"/>
          </p:nvPr>
        </p:nvSpPr>
        <p:spPr>
          <a:xfrm>
            <a:off x="4625707"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6" name="Text Placeholder 6">
            <a:extLst>
              <a:ext uri="{FF2B5EF4-FFF2-40B4-BE49-F238E27FC236}">
                <a16:creationId xmlns:a16="http://schemas.microsoft.com/office/drawing/2014/main" id="{52139955-5B84-9F46-89B8-C595E433A21C}"/>
              </a:ext>
            </a:extLst>
          </p:cNvPr>
          <p:cNvSpPr>
            <a:spLocks noGrp="1"/>
          </p:cNvSpPr>
          <p:nvPr>
            <p:ph type="body" sz="quarter" idx="16" hasCustomPrompt="1"/>
          </p:nvPr>
        </p:nvSpPr>
        <p:spPr>
          <a:xfrm>
            <a:off x="8702407"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20" name="Text Placeholder 6">
            <a:extLst>
              <a:ext uri="{FF2B5EF4-FFF2-40B4-BE49-F238E27FC236}">
                <a16:creationId xmlns:a16="http://schemas.microsoft.com/office/drawing/2014/main" id="{D4FEF755-EE08-D343-8AFC-1BA6EDB54542}"/>
              </a:ext>
            </a:extLst>
          </p:cNvPr>
          <p:cNvSpPr>
            <a:spLocks noGrp="1"/>
          </p:cNvSpPr>
          <p:nvPr>
            <p:ph type="body" sz="quarter" idx="18" hasCustomPrompt="1"/>
          </p:nvPr>
        </p:nvSpPr>
        <p:spPr>
          <a:xfrm>
            <a:off x="588746" y="4167187"/>
            <a:ext cx="3010622" cy="1449841"/>
          </a:xfrm>
        </p:spPr>
        <p:txBody>
          <a:bodyPr lIns="0" tIns="0" rIns="0" bIns="0">
            <a:normAutofit/>
          </a:bodyPr>
          <a:lstStyle>
            <a:lvl1pPr marL="0" indent="0">
              <a:spcBef>
                <a:spcPts val="0"/>
              </a:spcBef>
              <a:buFontTx/>
              <a:buNone/>
              <a:defRPr sz="1500" b="1"/>
            </a:lvl1pPr>
            <a:lvl2pPr marL="0" indent="0">
              <a:spcBef>
                <a:spcPts val="0"/>
              </a:spcBef>
              <a:buFontTx/>
              <a:buNone/>
              <a:defRPr sz="1500"/>
            </a:lvl2pPr>
            <a:lvl3pPr marL="0" indent="0">
              <a:buFontTx/>
              <a:buNone/>
              <a:defRPr sz="1500"/>
            </a:lvl3pPr>
            <a:lvl4pPr marL="0" indent="0">
              <a:buFontTx/>
              <a:buNone/>
              <a:defRPr sz="1500"/>
            </a:lvl4pPr>
            <a:lvl5pPr marL="0" indent="0">
              <a:buFontTx/>
              <a:buNone/>
              <a:defRPr sz="1500"/>
            </a:lvl5pPr>
          </a:lstStyle>
          <a:p>
            <a:pPr lvl="0"/>
            <a:r>
              <a:rPr lang="en-US"/>
              <a:t>Chart Title</a:t>
            </a:r>
          </a:p>
          <a:p>
            <a:pPr lvl="1"/>
            <a:r>
              <a:rPr lang="en-US"/>
              <a:t>Second level</a:t>
            </a:r>
          </a:p>
        </p:txBody>
      </p:sp>
      <p:sp>
        <p:nvSpPr>
          <p:cNvPr id="11" name="Text Placeholder 14">
            <a:extLst>
              <a:ext uri="{FF2B5EF4-FFF2-40B4-BE49-F238E27FC236}">
                <a16:creationId xmlns:a16="http://schemas.microsoft.com/office/drawing/2014/main" id="{110BC8F9-B0D9-254F-8332-5270A4220398}"/>
              </a:ext>
            </a:extLst>
          </p:cNvPr>
          <p:cNvSpPr>
            <a:spLocks noGrp="1"/>
          </p:cNvSpPr>
          <p:nvPr>
            <p:ph type="body" sz="quarter" idx="11" hasCustomPrompt="1"/>
          </p:nvPr>
        </p:nvSpPr>
        <p:spPr>
          <a:xfrm>
            <a:off x="588746" y="783874"/>
            <a:ext cx="4706694" cy="308640"/>
          </a:xfrm>
        </p:spPr>
        <p:txBody>
          <a:bodyPr lIns="0" tIns="0" rIns="0" bIns="0">
            <a:noAutofit/>
          </a:bodyPr>
          <a:lstStyle>
            <a:lvl1pPr marL="0" indent="0">
              <a:buFontTx/>
              <a:buNone/>
              <a:defRPr sz="18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Goes Here</a:t>
            </a:r>
          </a:p>
        </p:txBody>
      </p:sp>
      <p:sp>
        <p:nvSpPr>
          <p:cNvPr id="12" name="Text Placeholder 14">
            <a:extLst>
              <a:ext uri="{FF2B5EF4-FFF2-40B4-BE49-F238E27FC236}">
                <a16:creationId xmlns:a16="http://schemas.microsoft.com/office/drawing/2014/main" id="{2C2879C3-0F85-C14A-9797-330EE62E54DA}"/>
              </a:ext>
            </a:extLst>
          </p:cNvPr>
          <p:cNvSpPr>
            <a:spLocks noGrp="1"/>
          </p:cNvSpPr>
          <p:nvPr>
            <p:ph type="body" sz="quarter" idx="12" hasCustomPrompt="1"/>
          </p:nvPr>
        </p:nvSpPr>
        <p:spPr>
          <a:xfrm>
            <a:off x="588746" y="518718"/>
            <a:ext cx="4706694" cy="265155"/>
          </a:xfrm>
        </p:spPr>
        <p:txBody>
          <a:bodyPr lIns="0" tIns="0" rIns="0" bIns="0">
            <a:noAutofit/>
          </a:bodyPr>
          <a:lstStyle>
            <a:lvl1pPr marL="0" indent="0">
              <a:buFontTx/>
              <a:buNone/>
              <a:defRPr sz="18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 .I</a:t>
            </a:r>
          </a:p>
        </p:txBody>
      </p:sp>
      <p:pic>
        <p:nvPicPr>
          <p:cNvPr id="17" name="Picture 16">
            <a:extLst>
              <a:ext uri="{FF2B5EF4-FFF2-40B4-BE49-F238E27FC236}">
                <a16:creationId xmlns:a16="http://schemas.microsoft.com/office/drawing/2014/main" id="{65CD8B16-0B34-494D-8CD0-2367793C847C}"/>
              </a:ext>
            </a:extLst>
          </p:cNvPr>
          <p:cNvPicPr>
            <a:picLocks noChangeAspect="1"/>
          </p:cNvPicPr>
          <p:nvPr userDrawn="1"/>
        </p:nvPicPr>
        <p:blipFill>
          <a:blip r:embed="rId2"/>
          <a:stretch>
            <a:fillRect/>
          </a:stretch>
        </p:blipFill>
        <p:spPr>
          <a:xfrm>
            <a:off x="588902" y="5975679"/>
            <a:ext cx="1188000" cy="602701"/>
          </a:xfrm>
          <a:prstGeom prst="rect">
            <a:avLst/>
          </a:prstGeom>
        </p:spPr>
      </p:pic>
      <p:sp>
        <p:nvSpPr>
          <p:cNvPr id="18" name="TextBox 17">
            <a:extLst>
              <a:ext uri="{FF2B5EF4-FFF2-40B4-BE49-F238E27FC236}">
                <a16:creationId xmlns:a16="http://schemas.microsoft.com/office/drawing/2014/main" id="{67D53B77-A4EF-8144-869F-1B6655D6FC8C}"/>
              </a:ext>
            </a:extLst>
          </p:cNvPr>
          <p:cNvSpPr txBox="1"/>
          <p:nvPr userDrawn="1"/>
        </p:nvSpPr>
        <p:spPr>
          <a:xfrm>
            <a:off x="11241741" y="6468362"/>
            <a:ext cx="673701" cy="153888"/>
          </a:xfrm>
          <a:prstGeom prst="rect">
            <a:avLst/>
          </a:prstGeom>
          <a:noFill/>
        </p:spPr>
        <p:txBody>
          <a:bodyPr wrap="square" lIns="0" tIns="0" rIns="0" bIns="0" rtlCol="0">
            <a:spAutoFit/>
          </a:bodyPr>
          <a:lstStyle/>
          <a:p>
            <a:pPr algn="r"/>
            <a:r>
              <a:rPr lang="en-US" sz="1000" b="1">
                <a:solidFill>
                  <a:schemeClr val="accent1"/>
                </a:solidFill>
              </a:rPr>
              <a:t>Page </a:t>
            </a:r>
            <a:fld id="{FC9FC9D7-915B-9341-8CE7-7F25DC3278B5}" type="slidenum">
              <a:rPr lang="en-US" sz="1000" b="1" smtClean="0">
                <a:solidFill>
                  <a:schemeClr val="accent1"/>
                </a:solidFill>
              </a:rPr>
              <a:pPr algn="r"/>
              <a:t>‹#›</a:t>
            </a:fld>
            <a:endParaRPr lang="en-US" sz="1000" b="1">
              <a:solidFill>
                <a:schemeClr val="accent1"/>
              </a:solidFill>
            </a:endParaRPr>
          </a:p>
        </p:txBody>
      </p:sp>
      <p:sp>
        <p:nvSpPr>
          <p:cNvPr id="24" name="Text Placeholder 14">
            <a:extLst>
              <a:ext uri="{FF2B5EF4-FFF2-40B4-BE49-F238E27FC236}">
                <a16:creationId xmlns:a16="http://schemas.microsoft.com/office/drawing/2014/main" id="{E0BE4593-C62D-2F4E-A156-639B764571EB}"/>
              </a:ext>
            </a:extLst>
          </p:cNvPr>
          <p:cNvSpPr>
            <a:spLocks noGrp="1"/>
          </p:cNvSpPr>
          <p:nvPr>
            <p:ph type="body" sz="quarter" idx="19" hasCustomPrompt="1"/>
          </p:nvPr>
        </p:nvSpPr>
        <p:spPr>
          <a:xfrm>
            <a:off x="6160784" y="6481876"/>
            <a:ext cx="4993193" cy="153887"/>
          </a:xfrm>
        </p:spPr>
        <p:txBody>
          <a:bodyPr lIns="0" tIns="0" rIns="0" bIns="0">
            <a:noAutofit/>
          </a:bodyPr>
          <a:lstStyle>
            <a:lvl1pPr marL="0" indent="0" algn="r">
              <a:buFontTx/>
              <a:buNone/>
              <a:defRPr sz="1000" b="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title</a:t>
            </a:r>
          </a:p>
        </p:txBody>
      </p:sp>
      <p:cxnSp>
        <p:nvCxnSpPr>
          <p:cNvPr id="5" name="Straight Connector 4">
            <a:extLst>
              <a:ext uri="{FF2B5EF4-FFF2-40B4-BE49-F238E27FC236}">
                <a16:creationId xmlns:a16="http://schemas.microsoft.com/office/drawing/2014/main" id="{980DF98A-13A4-D44C-8447-2B6FAA35F826}"/>
              </a:ext>
            </a:extLst>
          </p:cNvPr>
          <p:cNvCxnSpPr/>
          <p:nvPr userDrawn="1"/>
        </p:nvCxnSpPr>
        <p:spPr>
          <a:xfrm>
            <a:off x="4126230" y="1605280"/>
            <a:ext cx="0" cy="432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1BDDF7A-FF9B-F34E-8416-F50546766EC5}"/>
              </a:ext>
            </a:extLst>
          </p:cNvPr>
          <p:cNvCxnSpPr>
            <a:cxnSpLocks/>
          </p:cNvCxnSpPr>
          <p:nvPr userDrawn="1"/>
        </p:nvCxnSpPr>
        <p:spPr>
          <a:xfrm>
            <a:off x="8138160" y="1605280"/>
            <a:ext cx="0" cy="4320000"/>
          </a:xfrm>
          <a:prstGeom prst="line">
            <a:avLst/>
          </a:prstGeom>
        </p:spPr>
        <p:style>
          <a:lnRef idx="1">
            <a:schemeClr val="accent1"/>
          </a:lnRef>
          <a:fillRef idx="0">
            <a:schemeClr val="accent1"/>
          </a:fillRef>
          <a:effectRef idx="0">
            <a:schemeClr val="accent1"/>
          </a:effectRef>
          <a:fontRef idx="minor">
            <a:schemeClr val="tx1"/>
          </a:fontRef>
        </p:style>
      </p:cxnSp>
      <p:sp>
        <p:nvSpPr>
          <p:cNvPr id="21" name="Picture Placeholder 2">
            <a:extLst>
              <a:ext uri="{FF2B5EF4-FFF2-40B4-BE49-F238E27FC236}">
                <a16:creationId xmlns:a16="http://schemas.microsoft.com/office/drawing/2014/main" id="{14837E72-0900-5042-88FC-10962AE5E5B0}"/>
              </a:ext>
            </a:extLst>
          </p:cNvPr>
          <p:cNvSpPr>
            <a:spLocks noGrp="1"/>
          </p:cNvSpPr>
          <p:nvPr>
            <p:ph type="pic" sz="quarter" idx="20"/>
          </p:nvPr>
        </p:nvSpPr>
        <p:spPr>
          <a:xfrm>
            <a:off x="588963" y="2103438"/>
            <a:ext cx="1692000" cy="1692000"/>
          </a:xfrm>
        </p:spPr>
        <p:txBody>
          <a:bodyPr/>
          <a:lstStyle/>
          <a:p>
            <a:r>
              <a:rPr lang="en-US"/>
              <a:t>Click icon to add picture</a:t>
            </a:r>
          </a:p>
        </p:txBody>
      </p:sp>
      <p:sp>
        <p:nvSpPr>
          <p:cNvPr id="23" name="Picture Placeholder 2">
            <a:extLst>
              <a:ext uri="{FF2B5EF4-FFF2-40B4-BE49-F238E27FC236}">
                <a16:creationId xmlns:a16="http://schemas.microsoft.com/office/drawing/2014/main" id="{22C70992-B05B-1340-95DE-A6A8FB401B71}"/>
              </a:ext>
            </a:extLst>
          </p:cNvPr>
          <p:cNvSpPr>
            <a:spLocks noGrp="1"/>
          </p:cNvSpPr>
          <p:nvPr>
            <p:ph type="pic" sz="quarter" idx="21"/>
          </p:nvPr>
        </p:nvSpPr>
        <p:spPr>
          <a:xfrm>
            <a:off x="4625707" y="2103438"/>
            <a:ext cx="1692000" cy="1692000"/>
          </a:xfrm>
        </p:spPr>
        <p:txBody>
          <a:bodyPr/>
          <a:lstStyle/>
          <a:p>
            <a:r>
              <a:rPr lang="en-US"/>
              <a:t>Click icon to add picture</a:t>
            </a:r>
          </a:p>
        </p:txBody>
      </p:sp>
      <p:sp>
        <p:nvSpPr>
          <p:cNvPr id="25" name="Picture Placeholder 2">
            <a:extLst>
              <a:ext uri="{FF2B5EF4-FFF2-40B4-BE49-F238E27FC236}">
                <a16:creationId xmlns:a16="http://schemas.microsoft.com/office/drawing/2014/main" id="{2B82368A-6340-944E-9B0A-7F9427479E06}"/>
              </a:ext>
            </a:extLst>
          </p:cNvPr>
          <p:cNvSpPr>
            <a:spLocks noGrp="1"/>
          </p:cNvSpPr>
          <p:nvPr>
            <p:ph type="pic" sz="quarter" idx="22"/>
          </p:nvPr>
        </p:nvSpPr>
        <p:spPr>
          <a:xfrm>
            <a:off x="8702407" y="2103438"/>
            <a:ext cx="1692000" cy="1692000"/>
          </a:xfrm>
        </p:spPr>
        <p:txBody>
          <a:bodyPr/>
          <a:lstStyle/>
          <a:p>
            <a:r>
              <a:rPr lang="en-US"/>
              <a:t>Click icon to add picture</a:t>
            </a:r>
          </a:p>
        </p:txBody>
      </p:sp>
      <p:sp>
        <p:nvSpPr>
          <p:cNvPr id="19" name="Rectangle 18">
            <a:extLst>
              <a:ext uri="{FF2B5EF4-FFF2-40B4-BE49-F238E27FC236}">
                <a16:creationId xmlns:a16="http://schemas.microsoft.com/office/drawing/2014/main" id="{1BF2179B-8A2E-5147-813E-B8034A93D4E7}"/>
              </a:ext>
            </a:extLst>
          </p:cNvPr>
          <p:cNvSpPr/>
          <p:nvPr userDrawn="1"/>
        </p:nvSpPr>
        <p:spPr>
          <a:xfrm>
            <a:off x="0" y="543484"/>
            <a:ext cx="306000" cy="11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90336DB8-0529-CE4F-9661-CB5C2521A814}"/>
              </a:ext>
            </a:extLst>
          </p:cNvPr>
          <p:cNvPicPr>
            <a:picLocks noChangeAspect="1"/>
          </p:cNvPicPr>
          <p:nvPr userDrawn="1"/>
        </p:nvPicPr>
        <p:blipFill>
          <a:blip r:embed="rId3"/>
          <a:stretch>
            <a:fillRect/>
          </a:stretch>
        </p:blipFill>
        <p:spPr>
          <a:xfrm>
            <a:off x="588902" y="5975894"/>
            <a:ext cx="1188000" cy="602486"/>
          </a:xfrm>
          <a:prstGeom prst="rect">
            <a:avLst/>
          </a:prstGeom>
        </p:spPr>
      </p:pic>
    </p:spTree>
    <p:extLst>
      <p:ext uri="{BB962C8B-B14F-4D97-AF65-F5344CB8AC3E}">
        <p14:creationId xmlns:p14="http://schemas.microsoft.com/office/powerpoint/2010/main" val="100603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resentation Title">
    <p:bg>
      <p:bgPr>
        <a:solidFill>
          <a:schemeClr val="accent1"/>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FB5A374-F467-7041-AA02-1202E18ACE7F}"/>
              </a:ext>
            </a:extLst>
          </p:cNvPr>
          <p:cNvSpPr/>
          <p:nvPr userDrawn="1"/>
        </p:nvSpPr>
        <p:spPr>
          <a:xfrm>
            <a:off x="6753465" y="0"/>
            <a:ext cx="5439740" cy="6858000"/>
          </a:xfrm>
          <a:custGeom>
            <a:avLst/>
            <a:gdLst>
              <a:gd name="connsiteX0" fmla="*/ 2019389 w 5439740"/>
              <a:gd name="connsiteY0" fmla="*/ 0 h 6858000"/>
              <a:gd name="connsiteX1" fmla="*/ 5439740 w 5439740"/>
              <a:gd name="connsiteY1" fmla="*/ 0 h 6858000"/>
              <a:gd name="connsiteX2" fmla="*/ 5439740 w 5439740"/>
              <a:gd name="connsiteY2" fmla="*/ 6858000 h 6858000"/>
              <a:gd name="connsiteX3" fmla="*/ 2019389 w 5439740"/>
              <a:gd name="connsiteY3" fmla="*/ 6858000 h 6858000"/>
              <a:gd name="connsiteX4" fmla="*/ 1346263 w 5439740"/>
              <a:gd name="connsiteY4" fmla="*/ 0 h 6858000"/>
              <a:gd name="connsiteX5" fmla="*/ 1857412 w 5439740"/>
              <a:gd name="connsiteY5" fmla="*/ 0 h 6858000"/>
              <a:gd name="connsiteX6" fmla="*/ 1857412 w 5439740"/>
              <a:gd name="connsiteY6" fmla="*/ 6858000 h 6858000"/>
              <a:gd name="connsiteX7" fmla="*/ 1346263 w 5439740"/>
              <a:gd name="connsiteY7" fmla="*/ 6858000 h 6858000"/>
              <a:gd name="connsiteX8" fmla="*/ 673138 w 5439740"/>
              <a:gd name="connsiteY8" fmla="*/ 0 h 6858000"/>
              <a:gd name="connsiteX9" fmla="*/ 962190 w 5439740"/>
              <a:gd name="connsiteY9" fmla="*/ 0 h 6858000"/>
              <a:gd name="connsiteX10" fmla="*/ 962190 w 5439740"/>
              <a:gd name="connsiteY10" fmla="*/ 6858000 h 6858000"/>
              <a:gd name="connsiteX11" fmla="*/ 673138 w 5439740"/>
              <a:gd name="connsiteY11" fmla="*/ 6858000 h 6858000"/>
              <a:gd name="connsiteX12" fmla="*/ 0 w 5439740"/>
              <a:gd name="connsiteY12" fmla="*/ 0 h 6858000"/>
              <a:gd name="connsiteX13" fmla="*/ 66955 w 5439740"/>
              <a:gd name="connsiteY13" fmla="*/ 0 h 6858000"/>
              <a:gd name="connsiteX14" fmla="*/ 66955 w 5439740"/>
              <a:gd name="connsiteY14" fmla="*/ 6858000 h 6858000"/>
              <a:gd name="connsiteX15" fmla="*/ 0 w 5439740"/>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39740" h="6858000">
                <a:moveTo>
                  <a:pt x="2019389" y="0"/>
                </a:moveTo>
                <a:lnTo>
                  <a:pt x="5439740" y="0"/>
                </a:lnTo>
                <a:lnTo>
                  <a:pt x="5439740" y="6858000"/>
                </a:lnTo>
                <a:lnTo>
                  <a:pt x="2019389" y="6858000"/>
                </a:lnTo>
                <a:close/>
                <a:moveTo>
                  <a:pt x="1346263" y="0"/>
                </a:moveTo>
                <a:lnTo>
                  <a:pt x="1857412" y="0"/>
                </a:lnTo>
                <a:lnTo>
                  <a:pt x="1857412" y="6858000"/>
                </a:lnTo>
                <a:lnTo>
                  <a:pt x="1346263" y="6858000"/>
                </a:lnTo>
                <a:close/>
                <a:moveTo>
                  <a:pt x="673138" y="0"/>
                </a:moveTo>
                <a:lnTo>
                  <a:pt x="962190" y="0"/>
                </a:lnTo>
                <a:lnTo>
                  <a:pt x="962190" y="6858000"/>
                </a:lnTo>
                <a:lnTo>
                  <a:pt x="673138" y="6858000"/>
                </a:lnTo>
                <a:close/>
                <a:moveTo>
                  <a:pt x="0" y="0"/>
                </a:moveTo>
                <a:lnTo>
                  <a:pt x="66955" y="0"/>
                </a:lnTo>
                <a:lnTo>
                  <a:pt x="66955" y="6858000"/>
                </a:lnTo>
                <a:lnTo>
                  <a:pt x="0" y="6858000"/>
                </a:lnTo>
                <a:close/>
              </a:path>
            </a:pathLst>
          </a:custGeom>
          <a:solidFill>
            <a:schemeClr val="accent2"/>
          </a:solidFill>
        </p:spPr>
        <p:txBody>
          <a:bodyPr wrap="square" lIns="0" tIns="0" rIns="0" bIns="0" rtlCol="0">
            <a:noAutofit/>
          </a:bodyPr>
          <a:lstStyle/>
          <a:p>
            <a:endParaRPr/>
          </a:p>
        </p:txBody>
      </p:sp>
      <p:sp>
        <p:nvSpPr>
          <p:cNvPr id="6" name="Text Placeholder 14">
            <a:extLst>
              <a:ext uri="{FF2B5EF4-FFF2-40B4-BE49-F238E27FC236}">
                <a16:creationId xmlns:a16="http://schemas.microsoft.com/office/drawing/2014/main" id="{CD595545-AD39-6944-9274-FB1CC973B9B6}"/>
              </a:ext>
            </a:extLst>
          </p:cNvPr>
          <p:cNvSpPr>
            <a:spLocks noGrp="1"/>
          </p:cNvSpPr>
          <p:nvPr>
            <p:ph type="body" sz="quarter" idx="11" hasCustomPrompt="1"/>
          </p:nvPr>
        </p:nvSpPr>
        <p:spPr>
          <a:xfrm>
            <a:off x="1620532" y="2488595"/>
            <a:ext cx="4749063" cy="2158838"/>
          </a:xfrm>
        </p:spPr>
        <p:txBody>
          <a:bodyPr lIns="0" tIns="0" rIns="0" bIns="0" anchor="t" anchorCtr="0">
            <a:noAutofit/>
          </a:bodyPr>
          <a:lstStyle>
            <a:lvl1pPr marL="0" indent="0">
              <a:buFontTx/>
              <a:buNone/>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Thank you!</a:t>
            </a:r>
          </a:p>
        </p:txBody>
      </p:sp>
      <p:pic>
        <p:nvPicPr>
          <p:cNvPr id="5" name="Picture 4">
            <a:extLst>
              <a:ext uri="{FF2B5EF4-FFF2-40B4-BE49-F238E27FC236}">
                <a16:creationId xmlns:a16="http://schemas.microsoft.com/office/drawing/2014/main" id="{837220BD-AC00-9549-8E11-85A56860B72B}"/>
              </a:ext>
            </a:extLst>
          </p:cNvPr>
          <p:cNvPicPr>
            <a:picLocks noChangeAspect="1"/>
          </p:cNvPicPr>
          <p:nvPr userDrawn="1"/>
        </p:nvPicPr>
        <p:blipFill>
          <a:blip r:embed="rId2"/>
          <a:stretch>
            <a:fillRect/>
          </a:stretch>
        </p:blipFill>
        <p:spPr>
          <a:xfrm>
            <a:off x="1620532" y="5176872"/>
            <a:ext cx="2378028" cy="1206000"/>
          </a:xfrm>
          <a:prstGeom prst="rect">
            <a:avLst/>
          </a:prstGeom>
        </p:spPr>
      </p:pic>
    </p:spTree>
    <p:extLst>
      <p:ext uri="{BB962C8B-B14F-4D97-AF65-F5344CB8AC3E}">
        <p14:creationId xmlns:p14="http://schemas.microsoft.com/office/powerpoint/2010/main" val="3704359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fographics &amp; 1 column Text v1" userDrawn="1">
  <p:cSld name="1_Infographics &amp; 1 column Text v1">
    <p:bg>
      <p:bgPr>
        <a:solidFill>
          <a:schemeClr val="lt1"/>
        </a:solidFill>
        <a:effectLst/>
      </p:bgPr>
    </p:bg>
    <p:spTree>
      <p:nvGrpSpPr>
        <p:cNvPr id="1" name="Shape 30"/>
        <p:cNvGrpSpPr/>
        <p:nvPr/>
      </p:nvGrpSpPr>
      <p:grpSpPr>
        <a:xfrm>
          <a:off x="0" y="0"/>
          <a:ext cx="0" cy="0"/>
          <a:chOff x="0" y="0"/>
          <a:chExt cx="0" cy="0"/>
        </a:xfrm>
      </p:grpSpPr>
      <p:pic>
        <p:nvPicPr>
          <p:cNvPr id="31" name="Google Shape;31;p62"/>
          <p:cNvPicPr preferRelativeResize="0"/>
          <p:nvPr/>
        </p:nvPicPr>
        <p:blipFill rotWithShape="1">
          <a:blip r:embed="rId2">
            <a:alphaModFix/>
          </a:blip>
          <a:srcRect/>
          <a:stretch/>
        </p:blipFill>
        <p:spPr>
          <a:xfrm>
            <a:off x="588902" y="5975679"/>
            <a:ext cx="1188000" cy="602701"/>
          </a:xfrm>
          <a:prstGeom prst="rect">
            <a:avLst/>
          </a:prstGeom>
          <a:noFill/>
          <a:ln>
            <a:noFill/>
          </a:ln>
        </p:spPr>
      </p:pic>
      <p:sp>
        <p:nvSpPr>
          <p:cNvPr id="32" name="Google Shape;32;p62"/>
          <p:cNvSpPr txBox="1"/>
          <p:nvPr/>
        </p:nvSpPr>
        <p:spPr>
          <a:xfrm>
            <a:off x="11241741" y="6468362"/>
            <a:ext cx="673701"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1">
                <a:solidFill>
                  <a:schemeClr val="accent1"/>
                </a:solidFill>
                <a:latin typeface="Arial"/>
                <a:ea typeface="Arial"/>
                <a:cs typeface="Arial"/>
                <a:sym typeface="Arial"/>
              </a:rPr>
              <a:t>Page </a:t>
            </a:r>
            <a:fld id="{00000000-1234-1234-1234-123412341234}" type="slidenum">
              <a:rPr lang="en-US" sz="1000" b="1">
                <a:solidFill>
                  <a:schemeClr val="accent1"/>
                </a:solidFill>
                <a:latin typeface="Arial"/>
                <a:ea typeface="Arial"/>
                <a:cs typeface="Arial"/>
                <a:sym typeface="Arial"/>
              </a:rPr>
              <a:t>‹#›</a:t>
            </a:fld>
            <a:endParaRPr sz="1000" b="1">
              <a:solidFill>
                <a:schemeClr val="accent1"/>
              </a:solidFill>
              <a:latin typeface="Arial"/>
              <a:ea typeface="Arial"/>
              <a:cs typeface="Arial"/>
              <a:sym typeface="Arial"/>
            </a:endParaRPr>
          </a:p>
        </p:txBody>
      </p:sp>
      <p:sp>
        <p:nvSpPr>
          <p:cNvPr id="37" name="Google Shape;37;p62"/>
          <p:cNvSpPr/>
          <p:nvPr/>
        </p:nvSpPr>
        <p:spPr>
          <a:xfrm>
            <a:off x="0" y="543484"/>
            <a:ext cx="306000" cy="11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8" name="Google Shape;38;p62"/>
          <p:cNvPicPr preferRelativeResize="0"/>
          <p:nvPr/>
        </p:nvPicPr>
        <p:blipFill rotWithShape="1">
          <a:blip r:embed="rId3">
            <a:alphaModFix/>
          </a:blip>
          <a:srcRect/>
          <a:stretch/>
        </p:blipFill>
        <p:spPr>
          <a:xfrm>
            <a:off x="588902" y="5975894"/>
            <a:ext cx="1188000" cy="602486"/>
          </a:xfrm>
          <a:prstGeom prst="rect">
            <a:avLst/>
          </a:prstGeom>
          <a:noFill/>
          <a:ln>
            <a:noFill/>
          </a:ln>
        </p:spPr>
      </p:pic>
      <p:sp>
        <p:nvSpPr>
          <p:cNvPr id="2" name="Google Shape;23;p61">
            <a:extLst>
              <a:ext uri="{FF2B5EF4-FFF2-40B4-BE49-F238E27FC236}">
                <a16:creationId xmlns:a16="http://schemas.microsoft.com/office/drawing/2014/main" id="{EAFCE42F-C99B-8715-637C-EECF14C9B6FA}"/>
              </a:ext>
            </a:extLst>
          </p:cNvPr>
          <p:cNvSpPr txBox="1">
            <a:spLocks noGrp="1"/>
          </p:cNvSpPr>
          <p:nvPr>
            <p:ph type="body" idx="1"/>
          </p:nvPr>
        </p:nvSpPr>
        <p:spPr>
          <a:xfrm>
            <a:off x="588746" y="783874"/>
            <a:ext cx="11144076" cy="308538"/>
          </a:xfrm>
          <a:prstGeom prst="rect">
            <a:avLst/>
          </a:prstGeom>
          <a:noFill/>
          <a:ln>
            <a:noFill/>
          </a:ln>
        </p:spPr>
        <p:txBody>
          <a:bodyPr spcFirstLastPara="1" wrap="square" lIns="0" tIns="0" rIns="0" bIns="0" anchor="t" anchorCtr="0">
            <a:noAutofit/>
          </a:bodyPr>
          <a:lstStyle>
            <a:lvl1pPr marL="0" lvl="0" indent="0" algn="l">
              <a:lnSpc>
                <a:spcPct val="90000"/>
              </a:lnSpc>
              <a:spcBef>
                <a:spcPts val="1000"/>
              </a:spcBef>
              <a:spcAft>
                <a:spcPts val="0"/>
              </a:spcAft>
              <a:buClr>
                <a:schemeClr val="accent1"/>
              </a:buClr>
              <a:buSzPts val="1800"/>
              <a:buFont typeface="Arial"/>
              <a:buNone/>
              <a:defRPr sz="1800" b="0">
                <a:solidFill>
                  <a:schemeClr val="accen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4;p61">
            <a:extLst>
              <a:ext uri="{FF2B5EF4-FFF2-40B4-BE49-F238E27FC236}">
                <a16:creationId xmlns:a16="http://schemas.microsoft.com/office/drawing/2014/main" id="{AABA8676-7CCD-5034-13AB-56B12775404C}"/>
              </a:ext>
            </a:extLst>
          </p:cNvPr>
          <p:cNvSpPr txBox="1">
            <a:spLocks noGrp="1"/>
          </p:cNvSpPr>
          <p:nvPr>
            <p:ph type="body" idx="2"/>
          </p:nvPr>
        </p:nvSpPr>
        <p:spPr>
          <a:xfrm>
            <a:off x="588746" y="518718"/>
            <a:ext cx="11144076" cy="265053"/>
          </a:xfrm>
          <a:prstGeom prst="rect">
            <a:avLst/>
          </a:prstGeom>
          <a:noFill/>
          <a:ln>
            <a:noFill/>
          </a:ln>
        </p:spPr>
        <p:txBody>
          <a:bodyPr spcFirstLastPara="1" wrap="square" lIns="0" tIns="0" rIns="0" bIns="0" anchor="t" anchorCtr="0">
            <a:noAutofit/>
          </a:bodyPr>
          <a:lstStyle>
            <a:lvl1pPr marL="0" lvl="0" indent="0" algn="l">
              <a:lnSpc>
                <a:spcPct val="90000"/>
              </a:lnSpc>
              <a:spcBef>
                <a:spcPts val="1000"/>
              </a:spcBef>
              <a:spcAft>
                <a:spcPts val="0"/>
              </a:spcAft>
              <a:buClr>
                <a:schemeClr val="accent1"/>
              </a:buClr>
              <a:buSzPts val="1800"/>
              <a:buFont typeface="Arial"/>
              <a:buNone/>
              <a:defRPr sz="1800" b="1">
                <a:solidFill>
                  <a:schemeClr val="accen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 name="Google Shape;25;p61">
            <a:extLst>
              <a:ext uri="{FF2B5EF4-FFF2-40B4-BE49-F238E27FC236}">
                <a16:creationId xmlns:a16="http://schemas.microsoft.com/office/drawing/2014/main" id="{220E5966-9787-9C52-491A-68465762ED74}"/>
              </a:ext>
            </a:extLst>
          </p:cNvPr>
          <p:cNvSpPr txBox="1">
            <a:spLocks noGrp="1"/>
          </p:cNvSpPr>
          <p:nvPr>
            <p:ph type="body" idx="3"/>
          </p:nvPr>
        </p:nvSpPr>
        <p:spPr>
          <a:xfrm>
            <a:off x="6160784" y="6481876"/>
            <a:ext cx="4993193" cy="153887"/>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accent1"/>
              </a:buClr>
              <a:buSzPts val="1000"/>
              <a:buFont typeface="Arial"/>
              <a:buNone/>
              <a:defRPr sz="1000" b="0">
                <a:solidFill>
                  <a:schemeClr val="accen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725700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EC6424-503A-094C-9DB5-1785257890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7BA995-5442-7B45-9385-F1C8798313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97A87-AADD-3A40-B7FF-0249BE030D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21 June 2021</a:t>
            </a:r>
          </a:p>
        </p:txBody>
      </p:sp>
      <p:sp>
        <p:nvSpPr>
          <p:cNvPr id="5" name="Footer Placeholder 4">
            <a:extLst>
              <a:ext uri="{FF2B5EF4-FFF2-40B4-BE49-F238E27FC236}">
                <a16:creationId xmlns:a16="http://schemas.microsoft.com/office/drawing/2014/main" id="{7E635262-A395-C04B-B11C-A7F614EC0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 | Version 1</a:t>
            </a:r>
          </a:p>
        </p:txBody>
      </p:sp>
      <p:sp>
        <p:nvSpPr>
          <p:cNvPr id="6" name="Slide Number Placeholder 5">
            <a:extLst>
              <a:ext uri="{FF2B5EF4-FFF2-40B4-BE49-F238E27FC236}">
                <a16:creationId xmlns:a16="http://schemas.microsoft.com/office/drawing/2014/main" id="{EAA11CC4-CE34-544D-96F2-8AD4885D4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1A9E1-DD8B-D244-BDAD-335323A52C05}" type="slidenum">
              <a:rPr lang="en-US" smtClean="0"/>
              <a:t>‹#›</a:t>
            </a:fld>
            <a:endParaRPr lang="en-US"/>
          </a:p>
        </p:txBody>
      </p:sp>
    </p:spTree>
    <p:extLst>
      <p:ext uri="{BB962C8B-B14F-4D97-AF65-F5344CB8AC3E}">
        <p14:creationId xmlns:p14="http://schemas.microsoft.com/office/powerpoint/2010/main" val="21423365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4.xml"/><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0">
          <a:extLst>
            <a:ext uri="{FF2B5EF4-FFF2-40B4-BE49-F238E27FC236}">
              <a16:creationId xmlns:a16="http://schemas.microsoft.com/office/drawing/2014/main" id="{40A4313A-04E5-B7AA-FB34-A908F12AA9C9}"/>
            </a:ext>
          </a:extLst>
        </p:cNvPr>
        <p:cNvGrpSpPr/>
        <p:nvPr/>
      </p:nvGrpSpPr>
      <p:grpSpPr>
        <a:xfrm>
          <a:off x="0" y="0"/>
          <a:ext cx="0" cy="0"/>
          <a:chOff x="0" y="0"/>
          <a:chExt cx="0" cy="0"/>
        </a:xfrm>
      </p:grpSpPr>
      <p:sp>
        <p:nvSpPr>
          <p:cNvPr id="19" name="Text Placeholder 12">
            <a:extLst>
              <a:ext uri="{FF2B5EF4-FFF2-40B4-BE49-F238E27FC236}">
                <a16:creationId xmlns:a16="http://schemas.microsoft.com/office/drawing/2014/main" id="{C192ED5A-E0CC-78A9-6F1C-4C369B19141C}"/>
              </a:ext>
            </a:extLst>
          </p:cNvPr>
          <p:cNvSpPr txBox="1">
            <a:spLocks/>
          </p:cNvSpPr>
          <p:nvPr/>
        </p:nvSpPr>
        <p:spPr>
          <a:xfrm>
            <a:off x="523962" y="491665"/>
            <a:ext cx="11144076" cy="265053"/>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372A"/>
                </a:solidFill>
                <a:effectLst/>
                <a:uLnTx/>
                <a:uFillTx/>
                <a:latin typeface="Codec Pro ExtraBold" pitchFamily="2" charset="0"/>
                <a:ea typeface="+mn-ea"/>
                <a:cs typeface="Codec Pro ExtraBold" pitchFamily="2" charset="0"/>
              </a:rPr>
              <a:t>DRAFT: SLS Annual Assembly 2026 - Event Info (1/2)</a:t>
            </a:r>
          </a:p>
        </p:txBody>
      </p:sp>
      <p:graphicFrame>
        <p:nvGraphicFramePr>
          <p:cNvPr id="5" name="Table 4">
            <a:extLst>
              <a:ext uri="{FF2B5EF4-FFF2-40B4-BE49-F238E27FC236}">
                <a16:creationId xmlns:a16="http://schemas.microsoft.com/office/drawing/2014/main" id="{19BBF09A-B7D6-6276-AE18-69F915095641}"/>
              </a:ext>
            </a:extLst>
          </p:cNvPr>
          <p:cNvGraphicFramePr>
            <a:graphicFrameLocks noGrp="1"/>
          </p:cNvGraphicFramePr>
          <p:nvPr>
            <p:extLst>
              <p:ext uri="{D42A27DB-BD31-4B8C-83A1-F6EECF244321}">
                <p14:modId xmlns:p14="http://schemas.microsoft.com/office/powerpoint/2010/main" val="3017799229"/>
              </p:ext>
            </p:extLst>
          </p:nvPr>
        </p:nvGraphicFramePr>
        <p:xfrm>
          <a:off x="325297" y="908718"/>
          <a:ext cx="4546566" cy="3264715"/>
        </p:xfrm>
        <a:graphic>
          <a:graphicData uri="http://schemas.openxmlformats.org/drawingml/2006/table">
            <a:tbl>
              <a:tblPr/>
              <a:tblGrid>
                <a:gridCol w="829735">
                  <a:extLst>
                    <a:ext uri="{9D8B030D-6E8A-4147-A177-3AD203B41FA5}">
                      <a16:colId xmlns:a16="http://schemas.microsoft.com/office/drawing/2014/main" val="206610997"/>
                    </a:ext>
                  </a:extLst>
                </a:gridCol>
                <a:gridCol w="1546028">
                  <a:extLst>
                    <a:ext uri="{9D8B030D-6E8A-4147-A177-3AD203B41FA5}">
                      <a16:colId xmlns:a16="http://schemas.microsoft.com/office/drawing/2014/main" val="1089554821"/>
                    </a:ext>
                  </a:extLst>
                </a:gridCol>
                <a:gridCol w="664981">
                  <a:extLst>
                    <a:ext uri="{9D8B030D-6E8A-4147-A177-3AD203B41FA5}">
                      <a16:colId xmlns:a16="http://schemas.microsoft.com/office/drawing/2014/main" val="3445249258"/>
                    </a:ext>
                  </a:extLst>
                </a:gridCol>
                <a:gridCol w="1505822">
                  <a:extLst>
                    <a:ext uri="{9D8B030D-6E8A-4147-A177-3AD203B41FA5}">
                      <a16:colId xmlns:a16="http://schemas.microsoft.com/office/drawing/2014/main" val="2377124296"/>
                    </a:ext>
                  </a:extLst>
                </a:gridCol>
              </a:tblGrid>
              <a:tr h="238133">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odec Pro"/>
                          <a:ea typeface="+mn-ea"/>
                          <a:cs typeface="+mn-cs"/>
                        </a:rPr>
                        <a:t>Main Information</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tc hMerge="1">
                  <a:txBody>
                    <a:bodyPr/>
                    <a:lstStyle/>
                    <a:p>
                      <a:pPr algn="l" fontAlgn="b"/>
                      <a:endParaRPr lang="en-US" sz="900" b="0" i="0" u="none" strike="noStrike">
                        <a:solidFill>
                          <a:schemeClr val="tx1"/>
                        </a:solidFill>
                        <a:effectLst/>
                        <a:latin typeface="Gotham" panose="02000504050000020004" pitchFamily="2" charset="0"/>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marL="45720" algn="l" rtl="0" fontAlgn="ctr"/>
                      <a:endParaRPr lang="en-US" sz="900" b="1" i="0" u="none" strike="noStrike" kern="1200">
                        <a:solidFill>
                          <a:srgbClr val="737373"/>
                        </a:solidFill>
                        <a:effectLst/>
                        <a:latin typeface="Gotham" panose="02000504050000020004" pitchFamily="2" charset="0"/>
                        <a:ea typeface="+mn-ea"/>
                        <a:cs typeface="Arial" panose="020B0604020202020204" pitchFamily="34" charset="0"/>
                      </a:endParaRP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D9D9"/>
                    </a:solidFill>
                  </a:tcPr>
                </a:tc>
                <a:tc hMerge="1">
                  <a:txBody>
                    <a:bodyPr/>
                    <a:lstStyle/>
                    <a:p>
                      <a:pPr lvl="0" algn="l">
                        <a:lnSpc>
                          <a:spcPct val="100000"/>
                        </a:lnSpc>
                        <a:spcBef>
                          <a:spcPts val="0"/>
                        </a:spcBef>
                        <a:spcAft>
                          <a:spcPts val="0"/>
                        </a:spcAft>
                        <a:buNone/>
                      </a:pPr>
                      <a:endParaRPr lang="en-US" sz="800" b="0" i="0" u="none" strike="noStrike" kern="1200" noProof="0">
                        <a:effectLst/>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0679557"/>
                  </a:ext>
                </a:extLst>
              </a:tr>
              <a:tr h="369760">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dirty="0">
                          <a:solidFill>
                            <a:schemeClr val="bg1"/>
                          </a:solidFill>
                          <a:effectLst/>
                          <a:latin typeface="Codec Pro"/>
                          <a:ea typeface="+mn-ea"/>
                          <a:cs typeface="Arial" panose="020B0604020202020204" pitchFamily="34" charset="0"/>
                        </a:rPr>
                        <a:t>Event Name</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algn="l" fontAlgn="b"/>
                      <a:r>
                        <a:rPr lang="en-US" sz="900" b="0" i="0" u="none" strike="noStrike" dirty="0">
                          <a:solidFill>
                            <a:schemeClr val="tx1"/>
                          </a:solidFill>
                          <a:effectLst/>
                          <a:latin typeface="Codec Pro"/>
                          <a:cs typeface="Arial"/>
                        </a:rPr>
                        <a:t>SLS Annual Assembly 2026</a:t>
                      </a:r>
                      <a:endParaRPr lang="en-US" sz="900" b="0" i="0" u="none" strike="noStrike" dirty="0">
                        <a:solidFill>
                          <a:schemeClr val="tx1"/>
                        </a:solidFill>
                        <a:effectLst/>
                        <a:highlight>
                          <a:srgbClr val="00FFFF"/>
                        </a:highlight>
                        <a:latin typeface="Codec Pro"/>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45720" algn="l" rtl="0" fontAlgn="ctr"/>
                      <a:r>
                        <a:rPr lang="en-US" sz="900" b="0" i="0" u="none" strike="noStrike" kern="1200" dirty="0">
                          <a:solidFill>
                            <a:schemeClr val="bg1"/>
                          </a:solidFill>
                          <a:effectLst/>
                          <a:latin typeface="Codec Pro"/>
                          <a:ea typeface="+mn-ea"/>
                          <a:cs typeface="Arial" panose="020B0604020202020204" pitchFamily="34" charset="0"/>
                        </a:rPr>
                        <a:t>Event Sponsor</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lvl="0" algn="l">
                        <a:lnSpc>
                          <a:spcPct val="100000"/>
                        </a:lnSpc>
                        <a:spcBef>
                          <a:spcPts val="0"/>
                        </a:spcBef>
                        <a:spcAft>
                          <a:spcPts val="0"/>
                        </a:spcAft>
                        <a:buNone/>
                      </a:pPr>
                      <a:r>
                        <a:rPr lang="en-US" sz="800" b="0" i="0" u="none" strike="noStrike" kern="1200" noProof="0">
                          <a:effectLst/>
                          <a:latin typeface="Codec Pro"/>
                        </a:rPr>
                        <a:t>[TBC - Leadership Track]</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8123047"/>
                  </a:ext>
                </a:extLst>
              </a:tr>
              <a:tr h="369760">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Track</a:t>
                      </a:r>
                      <a:br>
                        <a:rPr lang="en-US" sz="900" b="0" i="0" u="none" strike="noStrike" dirty="0">
                          <a:solidFill>
                            <a:schemeClr val="bg1"/>
                          </a:solidFill>
                          <a:effectLst/>
                          <a:latin typeface="Codec Pro"/>
                          <a:cs typeface="Arial" panose="020B0604020202020204" pitchFamily="34" charset="0"/>
                        </a:rPr>
                      </a:br>
                      <a:r>
                        <a:rPr lang="en-US" sz="900" b="0" i="0" u="none" strike="noStrike" dirty="0">
                          <a:solidFill>
                            <a:schemeClr val="bg1"/>
                          </a:solidFill>
                          <a:effectLst/>
                          <a:latin typeface="Codec Pro"/>
                          <a:cs typeface="Arial" panose="020B0604020202020204" pitchFamily="34" charset="0"/>
                        </a:rPr>
                        <a:t>Name</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algn="l" fontAlgn="b"/>
                      <a:r>
                        <a:rPr lang="en-US" sz="900" b="0" i="0" u="none" strike="noStrike">
                          <a:solidFill>
                            <a:schemeClr val="tx1"/>
                          </a:solidFill>
                          <a:effectLst/>
                          <a:latin typeface="Codec Pro"/>
                          <a:cs typeface="Arial" panose="020B0604020202020204" pitchFamily="34" charset="0"/>
                        </a:rPr>
                        <a:t>Leadership</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45720" algn="l" rtl="0" fontAlgn="ctr"/>
                      <a:r>
                        <a:rPr lang="en-US" sz="900" b="0" i="0" u="none" strike="noStrike" kern="1200" dirty="0">
                          <a:solidFill>
                            <a:schemeClr val="bg1"/>
                          </a:solidFill>
                          <a:effectLst/>
                          <a:latin typeface="Codec Pro"/>
                          <a:ea typeface="+mn-ea"/>
                          <a:cs typeface="Arial" panose="020B0604020202020204" pitchFamily="34" charset="0"/>
                        </a:rPr>
                        <a:t>Event </a:t>
                      </a:r>
                      <a:br>
                        <a:rPr lang="en-US" sz="900" b="0" i="0" u="none" strike="noStrike" kern="1200" dirty="0">
                          <a:solidFill>
                            <a:schemeClr val="bg1"/>
                          </a:solidFill>
                          <a:effectLst/>
                          <a:latin typeface="Codec Pro"/>
                          <a:ea typeface="+mn-ea"/>
                          <a:cs typeface="Arial" panose="020B0604020202020204" pitchFamily="34" charset="0"/>
                        </a:rPr>
                      </a:br>
                      <a:r>
                        <a:rPr lang="en-US" sz="900" b="0" i="0" u="none" strike="noStrike" kern="1200" dirty="0">
                          <a:solidFill>
                            <a:schemeClr val="bg1"/>
                          </a:solidFill>
                          <a:effectLst/>
                          <a:latin typeface="Codec Pro"/>
                          <a:ea typeface="+mn-ea"/>
                          <a:cs typeface="Arial" panose="020B0604020202020204" pitchFamily="34" charset="0"/>
                        </a:rPr>
                        <a:t>User</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45720" lvl="0" algn="just">
                        <a:buNone/>
                      </a:pPr>
                      <a:r>
                        <a:rPr lang="en-US" sz="800" b="0" i="0" u="none" strike="noStrike" kern="1200">
                          <a:solidFill>
                            <a:schemeClr val="tx1"/>
                          </a:solidFill>
                          <a:effectLst/>
                          <a:latin typeface="Codec Pro"/>
                          <a:ea typeface="+mn-ea"/>
                          <a:cs typeface="+mn-cs"/>
                        </a:rPr>
                        <a:t>SLS / Leadership Track</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62914501"/>
                  </a:ext>
                </a:extLst>
              </a:tr>
              <a:tr h="369760">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Program</a:t>
                      </a:r>
                      <a:endParaRPr lang="en-US" sz="600" b="0" i="0" u="none" strike="noStrike" dirty="0">
                        <a:solidFill>
                          <a:schemeClr val="bg1"/>
                        </a:solidFill>
                        <a:effectLst/>
                        <a:latin typeface="Codec Pro"/>
                        <a:cs typeface="Arial" panose="020B0604020202020204" pitchFamily="34" charset="0"/>
                      </a:endParaRP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algn="l" fontAlgn="b"/>
                      <a:r>
                        <a:rPr lang="en-US" sz="900" b="0" i="0" u="none" strike="noStrike">
                          <a:solidFill>
                            <a:schemeClr val="tx1"/>
                          </a:solidFill>
                          <a:effectLst/>
                          <a:latin typeface="Codec Pro"/>
                          <a:cs typeface="Arial" panose="020B0604020202020204" pitchFamily="34" charset="0"/>
                        </a:rPr>
                        <a:t>SLS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chemeClr val="bg1"/>
                          </a:solidFill>
                          <a:effectLst/>
                          <a:latin typeface="Codec Pro"/>
                          <a:ea typeface="+mn-ea"/>
                          <a:cs typeface="Arial" panose="020B0604020202020204" pitchFamily="34" charset="0"/>
                        </a:rPr>
                        <a:t>Event Manager</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00372A"/>
                    </a:solidFill>
                  </a:tcPr>
                </a:tc>
                <a:tc>
                  <a:txBody>
                    <a:bodyPr/>
                    <a:lstStyle/>
                    <a:p>
                      <a:pPr marL="45720" lvl="0" algn="just" defTabSz="914264" rtl="0" eaLnBrk="1" fontAlgn="ctr" latinLnBrk="0" hangingPunct="1">
                        <a:buNone/>
                      </a:pPr>
                      <a:r>
                        <a:rPr lang="en-US" sz="800" b="0" i="0" u="none" strike="noStrike" kern="1200">
                          <a:solidFill>
                            <a:schemeClr val="tx1"/>
                          </a:solidFill>
                          <a:effectLst/>
                          <a:latin typeface="Codec Pro"/>
                          <a:ea typeface="+mn-ea"/>
                          <a:cs typeface="+mn-cs"/>
                        </a:rPr>
                        <a:t>[TBC - EMU]</a:t>
                      </a:r>
                      <a:endParaRPr lang="en-US" sz="800" b="0" i="0" u="none" strike="noStrike" kern="1200" dirty="0">
                        <a:solidFill>
                          <a:schemeClr val="tx1"/>
                        </a:solidFill>
                        <a:effectLst/>
                        <a:latin typeface="Codec Pro"/>
                        <a:ea typeface="+mn-ea"/>
                        <a:cs typeface="+mn-cs"/>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8675490"/>
                  </a:ext>
                </a:extLst>
              </a:tr>
              <a:tr h="604225">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Milestone in Project Charter? </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algn="l" fontAlgn="b"/>
                      <a:r>
                        <a:rPr lang="en-US" sz="900" b="0" i="0" u="none" strike="noStrike">
                          <a:solidFill>
                            <a:schemeClr val="tx1"/>
                          </a:solidFill>
                          <a:effectLst/>
                          <a:latin typeface="Codec Pro"/>
                          <a:cs typeface="Arial" panose="020B0604020202020204" pitchFamily="34" charset="0"/>
                        </a:rPr>
                        <a:t>Yes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Location</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indent="0" algn="l" fontAlgn="b">
                        <a:buFont typeface="Arial" panose="020B0604020202020204" pitchFamily="34" charset="0"/>
                        <a:buNone/>
                      </a:pPr>
                      <a:r>
                        <a:rPr lang="en-US" sz="900" b="0" i="0" u="none" strike="noStrike" baseline="0" dirty="0">
                          <a:solidFill>
                            <a:schemeClr val="tx1"/>
                          </a:solidFill>
                          <a:effectLst/>
                          <a:latin typeface="Codec Pro"/>
                          <a:cs typeface="Arial" panose="020B0604020202020204" pitchFamily="34" charset="0"/>
                        </a:rPr>
                        <a:t>City Hub (proposed)</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18814521"/>
                  </a:ext>
                </a:extLst>
              </a:tr>
              <a:tr h="531515">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dirty="0">
                          <a:solidFill>
                            <a:schemeClr val="bg1"/>
                          </a:solidFill>
                          <a:effectLst/>
                          <a:latin typeface="Codec Pro"/>
                          <a:ea typeface="+mn-ea"/>
                          <a:cs typeface="Arial"/>
                        </a:rPr>
                        <a:t>Interdependent Events / Programs</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171450" indent="-171450" algn="l" fontAlgn="b">
                        <a:buFont typeface="Arial" panose="020B0604020202020204" pitchFamily="34" charset="0"/>
                        <a:buChar char="•"/>
                      </a:pPr>
                      <a:r>
                        <a:rPr lang="en-US" sz="900" b="0" i="0" u="none" strike="noStrike">
                          <a:solidFill>
                            <a:schemeClr val="tx1"/>
                          </a:solidFill>
                          <a:effectLst/>
                          <a:latin typeface="Codec Pro"/>
                          <a:cs typeface="Arial" panose="020B0604020202020204" pitchFamily="34" charset="0"/>
                        </a:rPr>
                        <a:t>Fellowship &amp; 2030 Leaders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900" b="0" i="0" u="none" strike="noStrike" dirty="0">
                          <a:solidFill>
                            <a:schemeClr val="bg1"/>
                          </a:solidFill>
                          <a:effectLst/>
                          <a:latin typeface="Codec Pro"/>
                          <a:cs typeface="Arial" panose="020B0604020202020204" pitchFamily="34" charset="0"/>
                        </a:rPr>
                        <a:t># of Attendees</a:t>
                      </a:r>
                      <a:endParaRPr dirty="0"/>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r>
                        <a:rPr lang="en-US" sz="900" b="0" i="0" u="none" strike="noStrike" baseline="0" dirty="0">
                          <a:solidFill>
                            <a:schemeClr val="tx1"/>
                          </a:solidFill>
                          <a:effectLst/>
                          <a:latin typeface="Codec Pro"/>
                          <a:cs typeface="Arial" panose="020B0604020202020204" pitchFamily="34" charset="0"/>
                        </a:rPr>
                        <a:t>300 (venue capacity)</a:t>
                      </a:r>
                      <a:endParaRPr dirty="0"/>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32786434"/>
                  </a:ext>
                </a:extLst>
              </a:tr>
              <a:tr h="340639">
                <a:tc rowSpan="2">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Event Access</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rowSpan="2">
                  <a:txBody>
                    <a:bodyPr/>
                    <a:lstStyle/>
                    <a:p>
                      <a:pPr marL="0" indent="0" algn="l" fontAlgn="b">
                        <a:buFontTx/>
                        <a:buNone/>
                      </a:pPr>
                      <a:r>
                        <a:rPr lang="en-US" sz="900" b="0" i="0" u="none" strike="noStrike">
                          <a:solidFill>
                            <a:schemeClr val="tx1"/>
                          </a:solidFill>
                          <a:effectLst/>
                          <a:latin typeface="Codec Pro"/>
                          <a:cs typeface="Arial" panose="020B0604020202020204" pitchFamily="34" charset="0"/>
                        </a:rPr>
                        <a:t>Private - invitation only</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a:solidFill>
                            <a:schemeClr val="bg1"/>
                          </a:solidFill>
                          <a:effectLst/>
                          <a:latin typeface="Codec Pro"/>
                          <a:cs typeface="Arial" panose="020B0604020202020204" pitchFamily="34" charset="0"/>
                        </a:rPr>
                        <a:t>Partcipent Numbers</a:t>
                      </a:r>
                      <a:endParaRPr lang="en-US" sz="900" b="0" i="0" u="none" strike="noStrike" dirty="0">
                        <a:solidFill>
                          <a:schemeClr val="bg1"/>
                        </a:solidFill>
                        <a:effectLst/>
                        <a:latin typeface="Codec Pro"/>
                        <a:cs typeface="Arial" panose="020B0604020202020204" pitchFamily="34" charset="0"/>
                      </a:endParaRP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indent="0" algn="l" fontAlgn="b">
                        <a:buFontTx/>
                        <a:buNone/>
                      </a:pPr>
                      <a:r>
                        <a:rPr lang="en-US" sz="900" b="0" i="0" u="none" strike="noStrike" baseline="0" dirty="0">
                          <a:solidFill>
                            <a:schemeClr val="tx1"/>
                          </a:solidFill>
                          <a:effectLst/>
                          <a:latin typeface="Codec Pro"/>
                          <a:cs typeface="Arial" panose="020B0604020202020204" pitchFamily="34" charset="0"/>
                        </a:rPr>
                        <a:t>300 SLS members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47341906"/>
                  </a:ext>
                </a:extLst>
              </a:tr>
              <a:tr h="340639">
                <a:tc vMerge="1">
                  <a:txBody>
                    <a:bodyPr/>
                    <a:lstStyle/>
                    <a:p>
                      <a:endParaRPr lang="en-US"/>
                    </a:p>
                  </a:txBody>
                  <a:tcPr>
                    <a:lnT w="6350" cap="flat" cmpd="sng" algn="ctr">
                      <a:solidFill>
                        <a:schemeClr val="bg1">
                          <a:lumMod val="85000"/>
                        </a:schemeClr>
                      </a:solidFill>
                      <a:prstDash val="solid"/>
                      <a:round/>
                      <a:headEnd type="none" w="med" len="med"/>
                      <a:tailEnd type="none" w="med" len="med"/>
                    </a:lnT>
                  </a:tcPr>
                </a:tc>
                <a:tc vMerge="1">
                  <a:txBody>
                    <a:bodyPr/>
                    <a:lstStyle/>
                    <a:p>
                      <a:endParaRPr lang="en-US"/>
                    </a:p>
                  </a:txBody>
                  <a:tcPr>
                    <a:lnT w="6350" cap="flat" cmpd="sng" algn="ctr">
                      <a:solidFill>
                        <a:schemeClr val="bg1">
                          <a:lumMod val="85000"/>
                        </a:schemeClr>
                      </a:solidFill>
                      <a:prstDash val="solid"/>
                      <a:round/>
                      <a:headEnd type="none" w="med" len="med"/>
                      <a:tailEnd type="none" w="med" len="med"/>
                    </a:lnT>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bg1"/>
                          </a:solidFill>
                          <a:effectLst/>
                          <a:latin typeface="Codec Pro"/>
                          <a:cs typeface="Arial" panose="020B0604020202020204" pitchFamily="34" charset="0"/>
                        </a:rPr>
                        <a:t>Filtration Required?</a:t>
                      </a:r>
                    </a:p>
                  </a:txBody>
                  <a:tcPr marL="40095" marR="40095" marT="40095" marB="40095" anchor="ctr">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indent="0" algn="l" fontAlgn="b">
                        <a:buFontTx/>
                        <a:buNone/>
                      </a:pPr>
                      <a:r>
                        <a:rPr lang="en-US" sz="900" b="0" i="0" u="none" strike="noStrike" baseline="0" dirty="0">
                          <a:solidFill>
                            <a:schemeClr val="tx1"/>
                          </a:solidFill>
                          <a:effectLst/>
                          <a:latin typeface="Codec Pro"/>
                          <a:cs typeface="Arial" panose="020B0604020202020204" pitchFamily="34" charset="0"/>
                        </a:rPr>
                        <a:t>Yes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70668931"/>
                  </a:ext>
                </a:extLst>
              </a:tr>
            </a:tbl>
          </a:graphicData>
        </a:graphic>
      </p:graphicFrame>
      <p:graphicFrame>
        <p:nvGraphicFramePr>
          <p:cNvPr id="12" name="Table 12">
            <a:extLst>
              <a:ext uri="{FF2B5EF4-FFF2-40B4-BE49-F238E27FC236}">
                <a16:creationId xmlns:a16="http://schemas.microsoft.com/office/drawing/2014/main" id="{617047ED-70BF-75B6-82BC-1B3B5AAD86F1}"/>
              </a:ext>
            </a:extLst>
          </p:cNvPr>
          <p:cNvGraphicFramePr>
            <a:graphicFrameLocks noGrp="1"/>
          </p:cNvGraphicFramePr>
          <p:nvPr/>
        </p:nvGraphicFramePr>
        <p:xfrm>
          <a:off x="5040714" y="906221"/>
          <a:ext cx="6743918" cy="624840"/>
        </p:xfrm>
        <a:graphic>
          <a:graphicData uri="http://schemas.openxmlformats.org/drawingml/2006/table">
            <a:tbl>
              <a:tblPr firstRow="1" bandRow="1">
                <a:tableStyleId>{5C22544A-7EE6-4342-B048-85BDC9FD1C3A}</a:tableStyleId>
              </a:tblPr>
              <a:tblGrid>
                <a:gridCol w="6743918">
                  <a:extLst>
                    <a:ext uri="{9D8B030D-6E8A-4147-A177-3AD203B41FA5}">
                      <a16:colId xmlns:a16="http://schemas.microsoft.com/office/drawing/2014/main" val="1392006348"/>
                    </a:ext>
                  </a:extLst>
                </a:gridCol>
              </a:tblGrid>
              <a:tr h="1778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Event Description</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extLst>
                  <a:ext uri="{0D108BD9-81ED-4DB2-BD59-A6C34878D82A}">
                    <a16:rowId xmlns:a16="http://schemas.microsoft.com/office/drawing/2014/main" val="56312351"/>
                  </a:ext>
                </a:extLst>
              </a:tr>
              <a:tr h="365760">
                <a:tc>
                  <a:txBody>
                    <a:bodyPr/>
                    <a:lstStyle/>
                    <a:p>
                      <a:pPr marL="529133" lvl="2"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800" b="1" i="0" u="none" strike="noStrike" kern="1200" spc="0">
                          <a:solidFill>
                            <a:srgbClr val="585858"/>
                          </a:solidFill>
                          <a:effectLst/>
                          <a:latin typeface="Codec Pro"/>
                          <a:ea typeface="+mn-ea"/>
                          <a:cs typeface="Arial" panose="020B0604020202020204" pitchFamily="34" charset="0"/>
                        </a:rPr>
                        <a:t>One-evening annual assembly for the full SLS membership. No graduation segment in 2026.</a:t>
                      </a:r>
                    </a:p>
                    <a:p>
                      <a:pPr marL="529133" lvl="2"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800" b="0" i="0" u="none" strike="noStrike" kern="1200" spc="0">
                          <a:solidFill>
                            <a:srgbClr val="585858"/>
                          </a:solidFill>
                          <a:effectLst/>
                          <a:latin typeface="Codec Pro"/>
                          <a:ea typeface="+mn-ea"/>
                          <a:cs typeface="Arial" panose="020B0604020202020204" pitchFamily="34" charset="0"/>
                        </a:rPr>
                        <a:t>Members convene at City Hub for four hours: the year's achievements shown and told by the members who delivered them, recognition of the partners, Council members, Chapter teams and contributors behind them, and the direction for 2027. Venue capacity is 300.</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5710258"/>
                  </a:ext>
                </a:extLst>
              </a:tr>
            </a:tbl>
          </a:graphicData>
        </a:graphic>
      </p:graphicFrame>
      <p:graphicFrame>
        <p:nvGraphicFramePr>
          <p:cNvPr id="14" name="Table 13">
            <a:extLst>
              <a:ext uri="{FF2B5EF4-FFF2-40B4-BE49-F238E27FC236}">
                <a16:creationId xmlns:a16="http://schemas.microsoft.com/office/drawing/2014/main" id="{5AF99DC0-9189-5A60-8DBB-164238F07DC2}"/>
              </a:ext>
            </a:extLst>
          </p:cNvPr>
          <p:cNvGraphicFramePr>
            <a:graphicFrameLocks noGrp="1"/>
          </p:cNvGraphicFramePr>
          <p:nvPr>
            <p:extLst>
              <p:ext uri="{D42A27DB-BD31-4B8C-83A1-F6EECF244321}">
                <p14:modId xmlns:p14="http://schemas.microsoft.com/office/powerpoint/2010/main" val="95525672"/>
              </p:ext>
            </p:extLst>
          </p:nvPr>
        </p:nvGraphicFramePr>
        <p:xfrm>
          <a:off x="5026776" y="4259180"/>
          <a:ext cx="6757856" cy="1637246"/>
        </p:xfrm>
        <a:graphic>
          <a:graphicData uri="http://schemas.openxmlformats.org/drawingml/2006/table">
            <a:tbl>
              <a:tblPr/>
              <a:tblGrid>
                <a:gridCol w="1799129">
                  <a:extLst>
                    <a:ext uri="{9D8B030D-6E8A-4147-A177-3AD203B41FA5}">
                      <a16:colId xmlns:a16="http://schemas.microsoft.com/office/drawing/2014/main" val="418727101"/>
                    </a:ext>
                  </a:extLst>
                </a:gridCol>
                <a:gridCol w="1567592">
                  <a:extLst>
                    <a:ext uri="{9D8B030D-6E8A-4147-A177-3AD203B41FA5}">
                      <a16:colId xmlns:a16="http://schemas.microsoft.com/office/drawing/2014/main" val="773641361"/>
                    </a:ext>
                  </a:extLst>
                </a:gridCol>
                <a:gridCol w="1599605">
                  <a:extLst>
                    <a:ext uri="{9D8B030D-6E8A-4147-A177-3AD203B41FA5}">
                      <a16:colId xmlns:a16="http://schemas.microsoft.com/office/drawing/2014/main" val="118012435"/>
                    </a:ext>
                  </a:extLst>
                </a:gridCol>
                <a:gridCol w="1791530">
                  <a:extLst>
                    <a:ext uri="{9D8B030D-6E8A-4147-A177-3AD203B41FA5}">
                      <a16:colId xmlns:a16="http://schemas.microsoft.com/office/drawing/2014/main" val="1916591995"/>
                    </a:ext>
                  </a:extLst>
                </a:gridCol>
              </a:tblGrid>
              <a:tr h="26555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odec Pro"/>
                          <a:ea typeface="+mn-ea"/>
                          <a:cs typeface="+mn-cs"/>
                        </a:rPr>
                        <a:t>Overall Budget</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tc hMerge="1">
                  <a:txBody>
                    <a:bodyPr/>
                    <a:lstStyle/>
                    <a:p>
                      <a:pPr algn="l" fontAlgn="b"/>
                      <a:endParaRPr lang="en-US" sz="800" b="0" i="0" u="none" strike="noStrike">
                        <a:solidFill>
                          <a:srgbClr val="737373"/>
                        </a:solidFill>
                        <a:effectLst/>
                        <a:latin typeface="Gotham" panose="02000504050000020004" pitchFamily="2" charset="0"/>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8974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Gotham" panose="02000504050000020004" pitchFamily="2" charset="0"/>
                        <a:ea typeface="+mn-ea"/>
                        <a:cs typeface="+mn-cs"/>
                      </a:endParaRP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E8A41"/>
                    </a:solidFill>
                  </a:tcPr>
                </a:tc>
                <a:tc hMerge="1">
                  <a:txBody>
                    <a:bodyPr/>
                    <a:lstStyle/>
                    <a:p>
                      <a:endParaRPr lang="en-US"/>
                    </a:p>
                  </a:txBody>
                  <a:tcPr/>
                </a:tc>
                <a:extLst>
                  <a:ext uri="{0D108BD9-81ED-4DB2-BD59-A6C34878D82A}">
                    <a16:rowId xmlns:a16="http://schemas.microsoft.com/office/drawing/2014/main" val="2578336594"/>
                  </a:ext>
                </a:extLst>
              </a:tr>
              <a:tr h="342924">
                <a:tc>
                  <a:txBody>
                    <a:bodyPr/>
                    <a:lstStyle/>
                    <a:p>
                      <a:pPr marL="45720" algn="l" rtl="0" fontAlgn="ctr"/>
                      <a:r>
                        <a:rPr lang="en-US" sz="900" b="0" i="0" u="none" strike="noStrike">
                          <a:solidFill>
                            <a:schemeClr val="bg1"/>
                          </a:solidFill>
                          <a:effectLst/>
                          <a:latin typeface="Codec Pro"/>
                          <a:cs typeface="Arial"/>
                        </a:rPr>
                        <a:t>Budget Sub-category</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F8D76"/>
                    </a:solidFill>
                  </a:tcPr>
                </a:tc>
                <a:tc>
                  <a:txBody>
                    <a:bodyPr/>
                    <a:lstStyle/>
                    <a:p>
                      <a:pPr algn="l" fontAlgn="b"/>
                      <a:r>
                        <a:rPr lang="en-US" sz="900" b="0" i="0" u="none" strike="noStrike">
                          <a:solidFill>
                            <a:schemeClr val="bg1"/>
                          </a:solidFill>
                          <a:effectLst/>
                          <a:latin typeface="Codec Pro"/>
                          <a:cs typeface="Arial"/>
                        </a:rPr>
                        <a:t>Project Code &amp; Sub-category</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F8D76"/>
                    </a:solidFill>
                  </a:tcPr>
                </a:tc>
                <a:tc>
                  <a:txBody>
                    <a:bodyPr/>
                    <a:lstStyle/>
                    <a:p>
                      <a:pPr marL="45720" algn="l" rtl="0" fontAlgn="ctr"/>
                      <a:r>
                        <a:rPr lang="en-US" sz="900" b="0" i="0" u="none" strike="noStrike" kern="1200">
                          <a:solidFill>
                            <a:schemeClr val="bg1"/>
                          </a:solidFill>
                          <a:effectLst/>
                          <a:latin typeface="Codec Pro"/>
                          <a:ea typeface="+mn-ea"/>
                          <a:cs typeface="Arial"/>
                        </a:rPr>
                        <a:t>Amount (pre-VAT)</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F8D76"/>
                    </a:solidFill>
                  </a:tcPr>
                </a:tc>
                <a:tc>
                  <a:txBody>
                    <a:bodyPr/>
                    <a:lstStyle/>
                    <a:p>
                      <a:pPr marL="45720" algn="l" rtl="0" fontAlgn="ctr"/>
                      <a:r>
                        <a:rPr lang="en-US" sz="900" b="0" i="0" u="none" strike="noStrike" kern="1200">
                          <a:solidFill>
                            <a:schemeClr val="bg1"/>
                          </a:solidFill>
                          <a:effectLst/>
                          <a:latin typeface="Codec Pro"/>
                          <a:ea typeface="+mn-ea"/>
                          <a:cs typeface="Arial"/>
                        </a:rPr>
                        <a:t>Total Budget (pre-VAT)</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F8D76"/>
                    </a:solidFill>
                  </a:tcPr>
                </a:tc>
                <a:extLst>
                  <a:ext uri="{0D108BD9-81ED-4DB2-BD59-A6C34878D82A}">
                    <a16:rowId xmlns:a16="http://schemas.microsoft.com/office/drawing/2014/main" val="991706361"/>
                  </a:ext>
                </a:extLst>
              </a:tr>
              <a:tr h="342924">
                <a:tc>
                  <a:txBody>
                    <a:bodyPr/>
                    <a:lstStyle/>
                    <a:p>
                      <a:pPr marL="45720" algn="l" rtl="0" fontAlgn="ctr"/>
                      <a:r>
                        <a:rPr lang="en-US" sz="900" b="0" i="0" u="none" strike="noStrike" dirty="0">
                          <a:solidFill>
                            <a:schemeClr val="bg1"/>
                          </a:solidFill>
                          <a:effectLst/>
                          <a:latin typeface="Codec Pro"/>
                          <a:cs typeface="Arial"/>
                        </a:rPr>
                        <a:t>Logistics</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737373"/>
                          </a:solidFill>
                          <a:effectLst/>
                          <a:latin typeface="Codec Pro"/>
                          <a:cs typeface="Arial"/>
                        </a:rPr>
                        <a:t>[Cost centre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dirty="0">
                          <a:solidFill>
                            <a:srgbClr val="737373"/>
                          </a:solidFill>
                          <a:effectLst/>
                          <a:latin typeface="Codec Pro"/>
                          <a:ea typeface="+mn-ea"/>
                          <a:cs typeface="Arial"/>
                        </a:rPr>
                        <a:t>SAR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FFFFF"/>
                    </a:solidFill>
                  </a:tcPr>
                </a:tc>
                <a:tc rowSpan="3">
                  <a:txBody>
                    <a:bodyPr/>
                    <a:lstStyle/>
                    <a:p>
                      <a:pPr marL="45720" algn="l" rtl="0" fontAlgn="ctr"/>
                      <a:r>
                        <a:rPr lang="en-US" sz="800" b="0" i="0" u="none" strike="noStrike" kern="1200" dirty="0">
                          <a:solidFill>
                            <a:srgbClr val="737373"/>
                          </a:solidFill>
                          <a:effectLst/>
                          <a:latin typeface="Codec Pro"/>
                          <a:ea typeface="+mn-ea"/>
                          <a:cs typeface="Arial" panose="020B0604020202020204" pitchFamily="34" charset="0"/>
                        </a:rPr>
                        <a:t>SAR TBC</a:t>
                      </a:r>
                      <a:endParaRPr lang="en-US" sz="800" b="0" i="0" u="none" strike="noStrike" kern="1200" dirty="0">
                        <a:solidFill>
                          <a:srgbClr val="737373"/>
                        </a:solidFill>
                        <a:effectLst/>
                        <a:latin typeface="Codec Pro"/>
                        <a:ea typeface="+mn-ea"/>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0485178"/>
                  </a:ext>
                </a:extLst>
              </a:tr>
              <a:tr h="342924">
                <a:tc>
                  <a:txBody>
                    <a:bodyPr/>
                    <a:lstStyle/>
                    <a:p>
                      <a:pPr marL="45720" algn="l" rtl="0" fontAlgn="ctr"/>
                      <a:r>
                        <a:rPr lang="en-US" sz="900" b="0" i="0" u="none" strike="noStrike" dirty="0">
                          <a:solidFill>
                            <a:schemeClr val="bg1"/>
                          </a:solidFill>
                          <a:effectLst/>
                          <a:latin typeface="Codec Pro"/>
                          <a:cs typeface="Arial"/>
                        </a:rPr>
                        <a:t>Events Management</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737373"/>
                          </a:solidFill>
                          <a:effectLst/>
                          <a:latin typeface="Codec Pro"/>
                          <a:cs typeface="Arial"/>
                        </a:rPr>
                        <a:t>[Cost centre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dirty="0">
                          <a:solidFill>
                            <a:srgbClr val="737373"/>
                          </a:solidFill>
                          <a:effectLst/>
                          <a:latin typeface="Codec Pro"/>
                          <a:ea typeface="+mn-ea"/>
                          <a:cs typeface="Arial"/>
                        </a:rPr>
                        <a:t>SAR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FFFFF"/>
                    </a:solidFill>
                  </a:tcPr>
                </a:tc>
                <a:tc vMerge="1">
                  <a:txBody>
                    <a:bodyPr/>
                    <a:lstStyle/>
                    <a:p>
                      <a:pPr marL="45720" algn="l" rtl="0" fontAlgn="ctr"/>
                      <a:endParaRPr lang="en-US" sz="800" b="0" i="0" u="none" strike="noStrike" kern="1200">
                        <a:solidFill>
                          <a:srgbClr val="737373"/>
                        </a:solidFill>
                        <a:effectLst/>
                        <a:latin typeface="Gotham" panose="02000504050000020004" pitchFamily="2" charset="0"/>
                        <a:ea typeface="+mn-ea"/>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96111974"/>
                  </a:ext>
                </a:extLst>
              </a:tr>
              <a:tr h="342924">
                <a:tc>
                  <a:txBody>
                    <a:bodyPr/>
                    <a:lstStyle/>
                    <a:p>
                      <a:pPr marL="45720" algn="l" rtl="0" fontAlgn="ctr"/>
                      <a:r>
                        <a:rPr lang="en-US" sz="900" b="0" i="0" u="none" strike="noStrike" dirty="0">
                          <a:solidFill>
                            <a:schemeClr val="bg1"/>
                          </a:solidFill>
                          <a:effectLst/>
                          <a:latin typeface="Codec Pro"/>
                          <a:cs typeface="Arial"/>
                        </a:rPr>
                        <a:t>Program Delivery / Content</a:t>
                      </a:r>
                    </a:p>
                  </a:txBody>
                  <a:tcPr marL="40095" marR="40095" marT="40095" marB="40095"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737373"/>
                          </a:solidFill>
                          <a:effectLst/>
                          <a:latin typeface="Codec Pro"/>
                          <a:cs typeface="Arial"/>
                        </a:rPr>
                        <a:t>[Cost centre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kern="1200" dirty="0">
                          <a:solidFill>
                            <a:srgbClr val="737373"/>
                          </a:solidFill>
                          <a:effectLst/>
                          <a:latin typeface="Codec Pro"/>
                          <a:ea typeface="+mn-ea"/>
                          <a:cs typeface="Arial"/>
                        </a:rPr>
                        <a:t>SAR TBC</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FFFFF"/>
                    </a:solidFill>
                  </a:tcPr>
                </a:tc>
                <a:tc vMerge="1">
                  <a:txBody>
                    <a:bodyPr/>
                    <a:lstStyle/>
                    <a:p>
                      <a:pPr marL="45720" algn="l" rtl="0" fontAlgn="ctr"/>
                      <a:endParaRPr lang="en-US" sz="800" b="0" i="0" u="none" strike="noStrike" kern="1200">
                        <a:solidFill>
                          <a:srgbClr val="737373"/>
                        </a:solidFill>
                        <a:effectLst/>
                        <a:latin typeface="Codec Pro"/>
                        <a:ea typeface="+mn-ea"/>
                        <a:cs typeface="Arial" panose="020B0604020202020204" pitchFamily="34" charset="0"/>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4812943"/>
                  </a:ext>
                </a:extLst>
              </a:tr>
            </a:tbl>
          </a:graphicData>
        </a:graphic>
      </p:graphicFrame>
      <p:graphicFrame>
        <p:nvGraphicFramePr>
          <p:cNvPr id="16" name="Table 15">
            <a:extLst>
              <a:ext uri="{FF2B5EF4-FFF2-40B4-BE49-F238E27FC236}">
                <a16:creationId xmlns:a16="http://schemas.microsoft.com/office/drawing/2014/main" id="{61F7C332-BCC1-C850-A2E8-B07812FA5211}"/>
              </a:ext>
            </a:extLst>
          </p:cNvPr>
          <p:cNvGraphicFramePr>
            <a:graphicFrameLocks noGrp="1"/>
          </p:cNvGraphicFramePr>
          <p:nvPr>
            <p:extLst>
              <p:ext uri="{D42A27DB-BD31-4B8C-83A1-F6EECF244321}">
                <p14:modId xmlns:p14="http://schemas.microsoft.com/office/powerpoint/2010/main" val="3304966708"/>
              </p:ext>
            </p:extLst>
          </p:nvPr>
        </p:nvGraphicFramePr>
        <p:xfrm>
          <a:off x="334545" y="4260657"/>
          <a:ext cx="4546570" cy="1637246"/>
        </p:xfrm>
        <a:graphic>
          <a:graphicData uri="http://schemas.openxmlformats.org/drawingml/2006/table">
            <a:tbl>
              <a:tblPr/>
              <a:tblGrid>
                <a:gridCol w="746452">
                  <a:extLst>
                    <a:ext uri="{9D8B030D-6E8A-4147-A177-3AD203B41FA5}">
                      <a16:colId xmlns:a16="http://schemas.microsoft.com/office/drawing/2014/main" val="206610997"/>
                    </a:ext>
                  </a:extLst>
                </a:gridCol>
                <a:gridCol w="746452">
                  <a:extLst>
                    <a:ext uri="{9D8B030D-6E8A-4147-A177-3AD203B41FA5}">
                      <a16:colId xmlns:a16="http://schemas.microsoft.com/office/drawing/2014/main" val="1089554821"/>
                    </a:ext>
                  </a:extLst>
                </a:gridCol>
                <a:gridCol w="549991">
                  <a:extLst>
                    <a:ext uri="{9D8B030D-6E8A-4147-A177-3AD203B41FA5}">
                      <a16:colId xmlns:a16="http://schemas.microsoft.com/office/drawing/2014/main" val="3969923550"/>
                    </a:ext>
                  </a:extLst>
                </a:gridCol>
                <a:gridCol w="942913">
                  <a:extLst>
                    <a:ext uri="{9D8B030D-6E8A-4147-A177-3AD203B41FA5}">
                      <a16:colId xmlns:a16="http://schemas.microsoft.com/office/drawing/2014/main" val="315604482"/>
                    </a:ext>
                  </a:extLst>
                </a:gridCol>
                <a:gridCol w="746452">
                  <a:extLst>
                    <a:ext uri="{9D8B030D-6E8A-4147-A177-3AD203B41FA5}">
                      <a16:colId xmlns:a16="http://schemas.microsoft.com/office/drawing/2014/main" val="2234358929"/>
                    </a:ext>
                  </a:extLst>
                </a:gridCol>
                <a:gridCol w="814310">
                  <a:extLst>
                    <a:ext uri="{9D8B030D-6E8A-4147-A177-3AD203B41FA5}">
                      <a16:colId xmlns:a16="http://schemas.microsoft.com/office/drawing/2014/main" val="2879961573"/>
                    </a:ext>
                  </a:extLst>
                </a:gridCol>
              </a:tblGrid>
              <a:tr h="246888">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odec Pro"/>
                          <a:ea typeface="+mn-ea"/>
                          <a:cs typeface="+mn-cs"/>
                        </a:rPr>
                        <a:t>Timeline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tc hMerge="1">
                  <a:txBody>
                    <a:bodyPr/>
                    <a:lstStyle/>
                    <a:p>
                      <a:pPr algn="ctr" fontAlgn="b"/>
                      <a:endParaRPr lang="en-US" sz="900" b="0" i="0" u="none" strike="noStrike">
                        <a:solidFill>
                          <a:schemeClr val="tx1"/>
                        </a:solidFill>
                        <a:effectLst/>
                        <a:latin typeface="Gotham" panose="02000504050000020004" pitchFamily="2" charset="0"/>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hMerge="1">
                  <a:txBody>
                    <a:bodyPr/>
                    <a:lstStyle/>
                    <a:p>
                      <a:endParaRPr lang="en-US"/>
                    </a:p>
                  </a:txBody>
                  <a:tcPr>
                    <a:lnL w="6350" cap="flat" cmpd="sng" algn="ctr">
                      <a:solidFill>
                        <a:schemeClr val="bg1">
                          <a:lumMod val="85000"/>
                        </a:schemeClr>
                      </a:solidFill>
                      <a:prstDash val="solid"/>
                      <a:round/>
                      <a:headEnd type="none" w="med" len="med"/>
                      <a:tailEnd type="none" w="med" len="med"/>
                    </a:lnL>
                  </a:tcPr>
                </a:tc>
                <a:tc hMerge="1">
                  <a:txBody>
                    <a:bodyPr/>
                    <a:lstStyle/>
                    <a:p>
                      <a:endParaRPr lang="en-US"/>
                    </a:p>
                  </a:txBody>
                  <a:tcPr/>
                </a:tc>
                <a:tc hMerge="1">
                  <a:txBody>
                    <a:bodyPr/>
                    <a:lstStyle/>
                    <a:p>
                      <a:pPr marL="0" marR="0" lvl="0" indent="0" algn="l" defTabSz="914400" rtl="0" eaLnBrk="1" fontAlgn="b" latinLnBrk="0" hangingPunct="1">
                        <a:lnSpc>
                          <a:spcPct val="100000"/>
                        </a:lnSpc>
                        <a:spcBef>
                          <a:spcPct val="0"/>
                        </a:spcBef>
                        <a:spcAft>
                          <a:spcPct val="0"/>
                        </a:spcAft>
                        <a:buClr>
                          <a:srgbClr val="264228"/>
                        </a:buClr>
                        <a:buSzPct val="100000"/>
                        <a:buFontTx/>
                        <a:buNone/>
                        <a:tabLst/>
                        <a:defRPr/>
                      </a:pPr>
                      <a:endParaRPr lang="en-US" sz="900" b="1" i="0" u="none" strike="noStrike" kern="1200">
                        <a:solidFill>
                          <a:srgbClr val="737373"/>
                        </a:solidFill>
                        <a:effectLst/>
                        <a:latin typeface="Gotham" panose="02000504050000020004" pitchFamily="2" charset="0"/>
                        <a:ea typeface="+mn-ea"/>
                        <a:cs typeface="Arial" panose="020B0604020202020204" pitchFamily="34" charset="0"/>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D9D9"/>
                    </a:solidFill>
                  </a:tcPr>
                </a:tc>
                <a:tc hMerge="1">
                  <a:txBody>
                    <a:bodyPr/>
                    <a:lstStyle/>
                    <a:p>
                      <a:pPr marL="45720" marR="0" lvl="0" indent="0" algn="ctr" defTabSz="914400" rtl="0" eaLnBrk="1" fontAlgn="ctr" latinLnBrk="0" hangingPunct="1">
                        <a:lnSpc>
                          <a:spcPct val="100000"/>
                        </a:lnSpc>
                        <a:spcBef>
                          <a:spcPts val="0"/>
                        </a:spcBef>
                        <a:spcAft>
                          <a:spcPts val="0"/>
                        </a:spcAft>
                        <a:buClrTx/>
                        <a:buSzTx/>
                        <a:buFontTx/>
                        <a:buNone/>
                        <a:tabLst/>
                        <a:defRPr/>
                      </a:pPr>
                      <a:endParaRPr lang="en-US" sz="900" b="0" i="0" u="none" strike="noStrike" kern="1200">
                        <a:solidFill>
                          <a:schemeClr val="tx1"/>
                        </a:solidFill>
                        <a:effectLst/>
                        <a:latin typeface="Gotham" panose="02000504050000020004" pitchFamily="2" charset="0"/>
                        <a:ea typeface="+mn-ea"/>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32891670"/>
                  </a:ext>
                </a:extLst>
              </a:tr>
              <a:tr h="694944">
                <a:tc>
                  <a:txBody>
                    <a:bodyPr/>
                    <a:lstStyle/>
                    <a:p>
                      <a:pPr marL="0" algn="l" defTabSz="914400" rtl="0" eaLnBrk="1" fontAlgn="b" latinLnBrk="0" hangingPunct="1"/>
                      <a:r>
                        <a:rPr lang="en-US" sz="900" b="0" i="0" u="none" strike="noStrike" kern="1200">
                          <a:solidFill>
                            <a:schemeClr val="bg1"/>
                          </a:solidFill>
                          <a:effectLst/>
                          <a:latin typeface="Codec Pro"/>
                          <a:ea typeface="+mn-ea"/>
                          <a:cs typeface="Arial" panose="020B0604020202020204" pitchFamily="34" charset="0"/>
                        </a:rPr>
                        <a:t>Project Start Date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00372A"/>
                    </a:solidFill>
                  </a:tcPr>
                </a:tc>
                <a:tc>
                  <a:txBody>
                    <a:bodyPr/>
                    <a:lstStyle/>
                    <a:p>
                      <a:pPr algn="ctr" fontAlgn="b"/>
                      <a:r>
                        <a:rPr lang="en-US" sz="900" b="0" i="0" u="none" strike="noStrike">
                          <a:solidFill>
                            <a:schemeClr val="tx1"/>
                          </a:solidFill>
                          <a:effectLst/>
                          <a:latin typeface="Codec Pro"/>
                          <a:cs typeface="Sakkal Majalla" panose="02000000000000000000" pitchFamily="2" charset="-78"/>
                        </a:rPr>
                        <a:t>20/09/2026</a:t>
                      </a:r>
                      <a:endParaRPr lang="en-US" sz="900" b="0" i="0" u="none" strike="noStrike">
                        <a:solidFill>
                          <a:schemeClr val="tx1"/>
                        </a:solidFill>
                        <a:effectLst/>
                        <a:latin typeface="Codec Pro"/>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dirty="0">
                          <a:solidFill>
                            <a:schemeClr val="bg1"/>
                          </a:solidFill>
                          <a:effectLst/>
                          <a:latin typeface="Codec Pro"/>
                          <a:ea typeface="+mn-ea"/>
                          <a:cs typeface="Arial" panose="020B0604020202020204" pitchFamily="34" charset="0"/>
                        </a:rPr>
                        <a:t>Go Live Dates &amp; Time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34B78F"/>
                    </a:solidFill>
                  </a:tcPr>
                </a:tc>
                <a:tc>
                  <a:txBody>
                    <a:bodyPr/>
                    <a:lstStyle/>
                    <a:p>
                      <a:pPr marL="0" marR="0" lvl="0" indent="0" algn="ctr"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a:solidFill>
                            <a:schemeClr val="tx1"/>
                          </a:solidFill>
                          <a:effectLst/>
                          <a:latin typeface="Codec Pro"/>
                          <a:ea typeface="+mn-ea"/>
                          <a:cs typeface="Arial" panose="020B0604020202020204" pitchFamily="34" charset="0"/>
                        </a:rPr>
                        <a:t>12/12/2026</a:t>
                      </a:r>
                      <a:endParaRPr lang="en-US" sz="900" b="0" i="0" u="none" strike="noStrike" kern="1200">
                        <a:solidFill>
                          <a:schemeClr val="tx1"/>
                        </a:solidFill>
                        <a:effectLst/>
                        <a:latin typeface="Codec Pro"/>
                        <a:ea typeface="+mn-ea"/>
                        <a:cs typeface="Arial" panose="020B0604020202020204" pitchFamily="34" charset="0"/>
                      </a:endParaRPr>
                    </a:p>
                    <a:p>
                      <a:pPr marL="0" marR="0" lvl="0" indent="0" algn="ctr"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a:solidFill>
                            <a:schemeClr val="tx1"/>
                          </a:solidFill>
                          <a:effectLst/>
                          <a:latin typeface="Codec Pro"/>
                          <a:ea typeface="+mn-ea"/>
                          <a:cs typeface="Arial" panose="020B0604020202020204" pitchFamily="34" charset="0"/>
                        </a:rPr>
                        <a:t>6:30 - 10:30 PM</a:t>
                      </a:r>
                      <a:endParaRPr lang="en-US" sz="900" b="0" i="0" u="none" strike="noStrike" kern="1200">
                        <a:solidFill>
                          <a:schemeClr val="tx1"/>
                        </a:solidFill>
                        <a:effectLst/>
                        <a:latin typeface="Codec Pro"/>
                        <a:ea typeface="+mn-ea"/>
                        <a:cs typeface="Arial" panose="020B0604020202020204" pitchFamily="34" charset="0"/>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a:solidFill>
                            <a:schemeClr val="bg1"/>
                          </a:solidFill>
                          <a:effectLst/>
                          <a:latin typeface="Codec Pro"/>
                          <a:ea typeface="+mn-ea"/>
                          <a:cs typeface="Arial" panose="020B0604020202020204" pitchFamily="34" charset="0"/>
                        </a:rPr>
                        <a:t>Project End Date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tc>
                  <a:txBody>
                    <a:bodyPr/>
                    <a:lstStyle/>
                    <a:p>
                      <a:pPr marL="4572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kern="1200">
                          <a:solidFill>
                            <a:schemeClr val="tx1"/>
                          </a:solidFill>
                          <a:effectLst/>
                          <a:latin typeface="Codec Pro"/>
                          <a:ea typeface="+mn-ea"/>
                          <a:cs typeface="Sakkal Majalla" panose="02000000000000000000" pitchFamily="2" charset="-78"/>
                        </a:rPr>
                        <a:t>14/01/2027</a:t>
                      </a:r>
                      <a:endParaRPr lang="en-US" sz="900" b="0" i="0" u="none" strike="noStrike" kern="1200">
                        <a:solidFill>
                          <a:schemeClr val="tx1"/>
                        </a:solidFill>
                        <a:effectLst/>
                        <a:latin typeface="Codec Pro"/>
                        <a:ea typeface="+mn-ea"/>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828123047"/>
                  </a:ext>
                </a:extLst>
              </a:tr>
              <a:tr h="694944">
                <a:tc>
                  <a:txBody>
                    <a:bodyPr/>
                    <a:lstStyle/>
                    <a:p>
                      <a:pPr marL="0" algn="l" defTabSz="914400" rtl="0" eaLnBrk="1" fontAlgn="b" latinLnBrk="0" hangingPunct="1"/>
                      <a:r>
                        <a:rPr lang="en-US" sz="900" b="0" i="0" u="none" strike="noStrike" kern="1200">
                          <a:solidFill>
                            <a:schemeClr val="bg1"/>
                          </a:solidFill>
                          <a:effectLst/>
                          <a:latin typeface="Codec Pro"/>
                          <a:ea typeface="+mn-ea"/>
                          <a:cs typeface="Arial" panose="020B0604020202020204" pitchFamily="34" charset="0"/>
                        </a:rPr>
                        <a:t>Build Start Date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00372A"/>
                    </a:solidFill>
                  </a:tcPr>
                </a:tc>
                <a:tc gridSpan="2">
                  <a:txBody>
                    <a:bodyPr/>
                    <a:lstStyle/>
                    <a:p>
                      <a:pPr algn="ctr" fontAlgn="b"/>
                      <a:r>
                        <a:rPr lang="en-US" sz="900" b="0" i="0" u="none" strike="noStrike">
                          <a:solidFill>
                            <a:schemeClr val="tx1"/>
                          </a:solidFill>
                          <a:effectLst/>
                          <a:latin typeface="Codec Pro"/>
                          <a:cs typeface="Sakkal Majalla" panose="02000000000000000000" pitchFamily="2" charset="-78"/>
                        </a:rPr>
                        <a:t>09/12/2026</a:t>
                      </a:r>
                      <a:endParaRPr lang="en-US" sz="900" b="0" i="0" u="none" strike="noStrike">
                        <a:solidFill>
                          <a:schemeClr val="tx1"/>
                        </a:solidFill>
                        <a:effectLst/>
                        <a:latin typeface="Codec Pro"/>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pPr marL="0" marR="0" lvl="0" indent="0" algn="l" defTabSz="914400" rtl="0" eaLnBrk="1" fontAlgn="b" latinLnBrk="0" hangingPunct="1">
                        <a:lnSpc>
                          <a:spcPct val="100000"/>
                        </a:lnSpc>
                        <a:spcBef>
                          <a:spcPct val="0"/>
                        </a:spcBef>
                        <a:spcAft>
                          <a:spcPct val="0"/>
                        </a:spcAft>
                        <a:buClr>
                          <a:srgbClr val="264228"/>
                        </a:buClr>
                        <a:buSzPct val="100000"/>
                        <a:buFontTx/>
                        <a:buNone/>
                        <a:tabLst/>
                        <a:defRPr/>
                      </a:pPr>
                      <a:endParaRPr lang="en-US" sz="900" b="0" i="0" u="none" strike="noStrike" kern="1200">
                        <a:solidFill>
                          <a:schemeClr val="bg1"/>
                        </a:solidFill>
                        <a:effectLst/>
                        <a:latin typeface="Gotham" panose="02000504050000020004" pitchFamily="2" charset="0"/>
                        <a:ea typeface="+mn-ea"/>
                        <a:cs typeface="Arial" panose="020B0604020202020204" pitchFamily="34" charset="0"/>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a:solidFill>
                            <a:schemeClr val="bg1"/>
                          </a:solidFill>
                          <a:effectLst/>
                          <a:latin typeface="Codec Pro"/>
                          <a:ea typeface="+mn-ea"/>
                          <a:cs typeface="Arial" panose="020B0604020202020204" pitchFamily="34" charset="0"/>
                        </a:rPr>
                        <a:t>Dismantle End Date</a:t>
                      </a: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tc gridSpan="2">
                  <a:txBody>
                    <a:bodyPr/>
                    <a:lstStyle/>
                    <a:p>
                      <a:pPr marL="0" marR="0" lvl="0" indent="0" algn="ctr" defTabSz="914400" rtl="0" eaLnBrk="1" fontAlgn="b" latinLnBrk="0" hangingPunct="1">
                        <a:lnSpc>
                          <a:spcPct val="100000"/>
                        </a:lnSpc>
                        <a:spcBef>
                          <a:spcPct val="0"/>
                        </a:spcBef>
                        <a:spcAft>
                          <a:spcPct val="0"/>
                        </a:spcAft>
                        <a:buClr>
                          <a:srgbClr val="264228"/>
                        </a:buClr>
                        <a:buSzPct val="100000"/>
                        <a:buFontTx/>
                        <a:buNone/>
                        <a:tabLst/>
                        <a:defRPr/>
                      </a:pPr>
                      <a:r>
                        <a:rPr lang="en-US" sz="900" b="0" i="0" u="none" strike="noStrike" kern="1200" dirty="0">
                          <a:solidFill>
                            <a:schemeClr val="tx1"/>
                          </a:solidFill>
                          <a:effectLst/>
                          <a:latin typeface="Codec Pro"/>
                          <a:ea typeface="+mn-ea"/>
                          <a:cs typeface="Arial" panose="020B0604020202020204" pitchFamily="34" charset="0"/>
                        </a:rPr>
                        <a:t>13/12/2026</a:t>
                      </a:r>
                      <a:endParaRPr lang="en-US" sz="900" b="0" i="0" u="none" strike="noStrike" kern="1200" dirty="0">
                        <a:solidFill>
                          <a:schemeClr val="tx1"/>
                        </a:solidFill>
                        <a:effectLst/>
                        <a:latin typeface="Codec Pro"/>
                        <a:ea typeface="+mn-ea"/>
                        <a:cs typeface="Arial" panose="020B0604020202020204" pitchFamily="34" charset="0"/>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pPr marL="45720" marR="0" lvl="0" indent="0" algn="ctr" defTabSz="914400" rtl="0" eaLnBrk="1" fontAlgn="ctr" latinLnBrk="0" hangingPunct="1">
                        <a:lnSpc>
                          <a:spcPct val="100000"/>
                        </a:lnSpc>
                        <a:spcBef>
                          <a:spcPts val="0"/>
                        </a:spcBef>
                        <a:spcAft>
                          <a:spcPts val="0"/>
                        </a:spcAft>
                        <a:buClrTx/>
                        <a:buSzTx/>
                        <a:buFontTx/>
                        <a:buNone/>
                        <a:tabLst/>
                        <a:defRPr/>
                      </a:pPr>
                      <a:endParaRPr lang="en-US" sz="900" b="0" i="0" u="none" strike="noStrike" kern="1200">
                        <a:solidFill>
                          <a:schemeClr val="tx1"/>
                        </a:solidFill>
                        <a:effectLst/>
                        <a:latin typeface="Gotham" panose="02000504050000020004" pitchFamily="2" charset="0"/>
                        <a:ea typeface="+mn-ea"/>
                        <a:cs typeface="Sakkal Majalla" panose="02000000000000000000" pitchFamily="2" charset="-78"/>
                      </a:endParaRPr>
                    </a:p>
                  </a:txBody>
                  <a:tcPr marL="39859" marR="39859" marT="39859" marB="39859"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554880731"/>
                  </a:ext>
                </a:extLst>
              </a:tr>
            </a:tbl>
          </a:graphicData>
        </a:graphic>
      </p:graphicFrame>
      <p:graphicFrame>
        <p:nvGraphicFramePr>
          <p:cNvPr id="2" name="Table 12">
            <a:extLst>
              <a:ext uri="{FF2B5EF4-FFF2-40B4-BE49-F238E27FC236}">
                <a16:creationId xmlns:a16="http://schemas.microsoft.com/office/drawing/2014/main" id="{3E44CA07-D4D0-D5AC-EA54-1E4CCE37A080}"/>
              </a:ext>
            </a:extLst>
          </p:cNvPr>
          <p:cNvGraphicFramePr>
            <a:graphicFrameLocks noGrp="1"/>
          </p:cNvGraphicFramePr>
          <p:nvPr/>
        </p:nvGraphicFramePr>
        <p:xfrm>
          <a:off x="5040714" y="1680564"/>
          <a:ext cx="6743918" cy="624840"/>
        </p:xfrm>
        <a:graphic>
          <a:graphicData uri="http://schemas.openxmlformats.org/drawingml/2006/table">
            <a:tbl>
              <a:tblPr firstRow="1" bandRow="1">
                <a:tableStyleId>{5C22544A-7EE6-4342-B048-85BDC9FD1C3A}</a:tableStyleId>
              </a:tblPr>
              <a:tblGrid>
                <a:gridCol w="6743918">
                  <a:extLst>
                    <a:ext uri="{9D8B030D-6E8A-4147-A177-3AD203B41FA5}">
                      <a16:colId xmlns:a16="http://schemas.microsoft.com/office/drawing/2014/main" val="1392006348"/>
                    </a:ext>
                  </a:extLst>
                </a:gridCol>
              </a:tblGrid>
              <a:tr h="2052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Event Objective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0372A"/>
                    </a:solidFill>
                  </a:tcPr>
                </a:tc>
                <a:extLst>
                  <a:ext uri="{0D108BD9-81ED-4DB2-BD59-A6C34878D82A}">
                    <a16:rowId xmlns:a16="http://schemas.microsoft.com/office/drawing/2014/main" val="56312351"/>
                  </a:ext>
                </a:extLst>
              </a:tr>
              <a:tr h="365760">
                <a:tc>
                  <a:txBody>
                    <a:bodyPr/>
                    <a:lstStyle/>
                    <a:p>
                      <a:pPr marL="529133" lvl="2"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800" b="1" i="0" u="none" strike="noStrike" kern="1200" spc="0">
                          <a:solidFill>
                            <a:srgbClr val="585858"/>
                          </a:solidFill>
                          <a:effectLst/>
                          <a:latin typeface="Codec Pro"/>
                          <a:ea typeface="+mn-ea"/>
                          <a:cs typeface="Arial" panose="020B0604020202020204" pitchFamily="34" charset="0"/>
                        </a:rPr>
                        <a:t>Close the SLS year by showing what the society achieved and naming the people who achieved it.</a:t>
                      </a:r>
                    </a:p>
                    <a:p>
                      <a:pPr marL="529133" lvl="2"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800" b="0" i="0" u="none" strike="noStrike" kern="1200" spc="0">
                          <a:solidFill>
                            <a:srgbClr val="585858"/>
                          </a:solidFill>
                          <a:effectLst/>
                          <a:latin typeface="Codec Pro"/>
                          <a:ea typeface="+mn-ea"/>
                          <a:cs typeface="Arial" panose="020B0604020202020204" pitchFamily="34" charset="0"/>
                        </a:rPr>
                        <a:t>Members should leave able to name three things SLS delivered in 2026, having seen their own contribution acknowledged, and knowing what 2027 asks of them. Benchmarks to beat: satisfaction of 85% or better (2024: 77%) and 85% of confirmed guests attending (2024: 320 of 468).</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5710258"/>
                  </a:ext>
                </a:extLst>
              </a:tr>
            </a:tbl>
          </a:graphicData>
        </a:graphic>
      </p:graphicFrame>
      <p:graphicFrame>
        <p:nvGraphicFramePr>
          <p:cNvPr id="3" name="Table 12">
            <a:extLst>
              <a:ext uri="{FF2B5EF4-FFF2-40B4-BE49-F238E27FC236}">
                <a16:creationId xmlns:a16="http://schemas.microsoft.com/office/drawing/2014/main" id="{85FD5DA7-0150-2BB4-D442-94D0C9A73D25}"/>
              </a:ext>
            </a:extLst>
          </p:cNvPr>
          <p:cNvGraphicFramePr>
            <a:graphicFrameLocks noGrp="1"/>
          </p:cNvGraphicFramePr>
          <p:nvPr/>
        </p:nvGraphicFramePr>
        <p:xfrm>
          <a:off x="5040714" y="2454907"/>
          <a:ext cx="6743918" cy="1768812"/>
        </p:xfrm>
        <a:graphic>
          <a:graphicData uri="http://schemas.openxmlformats.org/drawingml/2006/table">
            <a:tbl>
              <a:tblPr firstRow="1" bandRow="1">
                <a:tableStyleId>{5C22544A-7EE6-4342-B048-85BDC9FD1C3A}</a:tableStyleId>
              </a:tblPr>
              <a:tblGrid>
                <a:gridCol w="6743918">
                  <a:extLst>
                    <a:ext uri="{9D8B030D-6E8A-4147-A177-3AD203B41FA5}">
                      <a16:colId xmlns:a16="http://schemas.microsoft.com/office/drawing/2014/main" val="1392006348"/>
                    </a:ext>
                  </a:extLst>
                </a:gridCol>
              </a:tblGrid>
              <a:tr h="2769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Event Scope of Work</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56312351"/>
                  </a:ext>
                </a:extLst>
              </a:tr>
              <a:tr h="1491877">
                <a:tc>
                  <a:txBody>
                    <a:bodyPr/>
                    <a:lstStyle/>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Venue: City Hub - site survey and layout for 300 across stage, seating and networking areas</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Agency: full pre-production, on-site delivery, dismantle and closeout</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Stage and set: stage and seating for 300, Year in Review gallery at the entrance</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Production: LED, sound, lighting, screen content, show-calling, standby power</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Content: three member stories, key messages, scripts, speaker and moderator briefing</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Recognition: Wall of the Year, nominations with the RSVP, citations, letters to employers</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Program: run of show, Isha inside the arrival window, one floor break mid-evening</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Registration: online sign-up, digital badge, RSVP cap and waitlist, 48-hour reconfirmation</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Guest experience: protocol, seating, signage and wayfinding, valet, parking, accessibility</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F&amp;B: dinner scaled to reconfirmed numbers, staged release</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Support: translation, photography, videography, cleaning, H&amp;S, medical and security</a:t>
                      </a:r>
                      <a:endParaRPr lang="en-US" sz="800" b="0" i="0" u="none" strike="noStrike" kern="1200" spc="0">
                        <a:solidFill>
                          <a:srgbClr val="585858"/>
                        </a:solidFill>
                        <a:effectLst/>
                        <a:latin typeface="Codec Pro"/>
                        <a:ea typeface="+mn-ea"/>
                        <a:cs typeface="Arial" panose="020B0604020202020204" pitchFamily="34" charset="0"/>
                      </a:endParaRPr>
                    </a:p>
                    <a:p>
                      <a:pPr marL="700405" lvl="2" indent="-171450" algn="l" defTabSz="914400" rtl="0" eaLnBrk="1" fontAlgn="ctr" latinLnBrk="0" hangingPunct="1">
                        <a:lnSpc>
                          <a:spcPct val="100000"/>
                        </a:lnSpc>
                        <a:spcBef>
                          <a:spcPts val="0"/>
                        </a:spcBef>
                        <a:spcAft>
                          <a:spcPts val="0"/>
                        </a:spcAft>
                        <a:buClr>
                          <a:srgbClr val="737373"/>
                        </a:buClr>
                        <a:buSzPct val="100000"/>
                        <a:buFont typeface="Arial" panose="020B0604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Post-event: attendee survey and post-event report</a:t>
                      </a: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5710258"/>
                  </a:ext>
                </a:extLst>
              </a:tr>
            </a:tbl>
          </a:graphicData>
        </a:graphic>
      </p:graphicFrame>
      <p:sp>
        <p:nvSpPr>
          <p:cNvPr id="6" name="TextBox 5">
            <a:extLst>
              <a:ext uri="{FF2B5EF4-FFF2-40B4-BE49-F238E27FC236}">
                <a16:creationId xmlns:a16="http://schemas.microsoft.com/office/drawing/2014/main" id="{11BF90E0-76E3-F4E1-4689-281D5FCA0EB1}"/>
              </a:ext>
            </a:extLst>
          </p:cNvPr>
          <p:cNvSpPr txBox="1"/>
          <p:nvPr/>
        </p:nvSpPr>
        <p:spPr>
          <a:xfrm>
            <a:off x="2241755" y="6112419"/>
            <a:ext cx="7738016"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Arial" panose="020B0604020202020204"/>
                <a:ea typeface="+mn-ea"/>
                <a:cs typeface="+mn-cs"/>
              </a:rPr>
              <a:t>* Events without approved event charters will not be approved on the event 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Arial" panose="020B0604020202020204"/>
                <a:ea typeface="+mn-ea"/>
                <a:cs typeface="+mn-cs"/>
              </a:rPr>
              <a:t>** Events without correct budgets allocated in the correct cost center and event management sub-category will not be approved on the event 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Arial" panose="020B0604020202020204"/>
                <a:ea typeface="+mn-ea"/>
                <a:cs typeface="+mn-cs"/>
              </a:rPr>
              <a:t>*** Event tier will be determined based on scoring criteria to determine the level of engagement from EMU</a:t>
            </a:r>
          </a:p>
        </p:txBody>
      </p:sp>
      <p:sp>
        <p:nvSpPr>
          <p:cNvPr id="7" name="Rectangle 6">
            <a:extLst>
              <a:ext uri="{FF2B5EF4-FFF2-40B4-BE49-F238E27FC236}">
                <a16:creationId xmlns:a16="http://schemas.microsoft.com/office/drawing/2014/main" id="{4C099342-76C2-F480-7087-D9882FB19302}"/>
              </a:ext>
            </a:extLst>
          </p:cNvPr>
          <p:cNvSpPr/>
          <p:nvPr/>
        </p:nvSpPr>
        <p:spPr>
          <a:xfrm>
            <a:off x="8181474" y="105878"/>
            <a:ext cx="375385" cy="169794"/>
          </a:xfrm>
          <a:prstGeom prst="rect">
            <a:avLst/>
          </a:prstGeom>
          <a:solidFill>
            <a:srgbClr val="34B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8">
            <a:extLst>
              <a:ext uri="{FF2B5EF4-FFF2-40B4-BE49-F238E27FC236}">
                <a16:creationId xmlns:a16="http://schemas.microsoft.com/office/drawing/2014/main" id="{B3F2125B-7121-03F3-E950-27094771B253}"/>
              </a:ext>
            </a:extLst>
          </p:cNvPr>
          <p:cNvSpPr/>
          <p:nvPr/>
        </p:nvSpPr>
        <p:spPr>
          <a:xfrm>
            <a:off x="8181474" y="346499"/>
            <a:ext cx="375385" cy="1697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TextBox 8">
            <a:extLst>
              <a:ext uri="{FF2B5EF4-FFF2-40B4-BE49-F238E27FC236}">
                <a16:creationId xmlns:a16="http://schemas.microsoft.com/office/drawing/2014/main" id="{FC59FEF8-1FEC-DF22-7CC7-00B5BC7BFD70}"/>
              </a:ext>
            </a:extLst>
          </p:cNvPr>
          <p:cNvSpPr txBox="1"/>
          <p:nvPr/>
        </p:nvSpPr>
        <p:spPr>
          <a:xfrm>
            <a:off x="8556859" y="66387"/>
            <a:ext cx="1055097"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Filled by track</a:t>
            </a:r>
          </a:p>
        </p:txBody>
      </p:sp>
      <p:sp>
        <p:nvSpPr>
          <p:cNvPr id="15" name="TextBox 9">
            <a:extLst>
              <a:ext uri="{FF2B5EF4-FFF2-40B4-BE49-F238E27FC236}">
                <a16:creationId xmlns:a16="http://schemas.microsoft.com/office/drawing/2014/main" id="{B8CF327B-C112-F779-086D-9537891B50AC}"/>
              </a:ext>
            </a:extLst>
          </p:cNvPr>
          <p:cNvSpPr txBox="1"/>
          <p:nvPr/>
        </p:nvSpPr>
        <p:spPr>
          <a:xfrm>
            <a:off x="8556859" y="304438"/>
            <a:ext cx="2279791"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Collaborative, initially filled by track</a:t>
            </a:r>
          </a:p>
        </p:txBody>
      </p:sp>
      <p:sp>
        <p:nvSpPr>
          <p:cNvPr id="18" name="TextBox 10">
            <a:extLst>
              <a:ext uri="{FF2B5EF4-FFF2-40B4-BE49-F238E27FC236}">
                <a16:creationId xmlns:a16="http://schemas.microsoft.com/office/drawing/2014/main" id="{7F624E1A-8945-D6C1-C31B-7A48E4CD718E}"/>
              </a:ext>
            </a:extLst>
          </p:cNvPr>
          <p:cNvSpPr txBox="1"/>
          <p:nvPr/>
        </p:nvSpPr>
        <p:spPr>
          <a:xfrm>
            <a:off x="8556859" y="544309"/>
            <a:ext cx="1122423"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t>Filled by events</a:t>
            </a:r>
          </a:p>
        </p:txBody>
      </p:sp>
      <p:sp>
        <p:nvSpPr>
          <p:cNvPr id="21" name="Rectangle 20">
            <a:extLst>
              <a:ext uri="{FF2B5EF4-FFF2-40B4-BE49-F238E27FC236}">
                <a16:creationId xmlns:a16="http://schemas.microsoft.com/office/drawing/2014/main" id="{9AD7E578-B05E-1BB1-2075-9FA160F8C251}"/>
              </a:ext>
            </a:extLst>
          </p:cNvPr>
          <p:cNvSpPr/>
          <p:nvPr/>
        </p:nvSpPr>
        <p:spPr>
          <a:xfrm>
            <a:off x="8181474" y="587120"/>
            <a:ext cx="375385" cy="169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90115944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A5D43DFE-3E57-8DEA-AB17-F875F6F63D47}"/>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9B557654-44C8-7BE4-1C3A-7AA5A40278BC}"/>
              </a:ext>
            </a:extLst>
          </p:cNvPr>
          <p:cNvSpPr>
            <a:spLocks noGrp="1"/>
          </p:cNvSpPr>
          <p:nvPr>
            <p:ph type="body" sz="quarter" idx="11"/>
          </p:nvPr>
        </p:nvSpPr>
        <p:spPr>
          <a:xfrm>
            <a:off x="643456" y="547343"/>
            <a:ext cx="11144076" cy="308538"/>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odec Pro ExtraBold" pitchFamily="2" charset="0"/>
                <a:cs typeface="Codec Pro ExtraBold" pitchFamily="2" charset="0"/>
              </a:rPr>
              <a:t>DRAFT: SLS Annual Assembly 2026 - Event Info (2/2)</a:t>
            </a:r>
          </a:p>
          <a:p>
            <a:endParaRPr lang="en-US" dirty="0"/>
          </a:p>
        </p:txBody>
      </p:sp>
      <p:graphicFrame>
        <p:nvGraphicFramePr>
          <p:cNvPr id="27" name="Table 12">
            <a:extLst>
              <a:ext uri="{FF2B5EF4-FFF2-40B4-BE49-F238E27FC236}">
                <a16:creationId xmlns:a16="http://schemas.microsoft.com/office/drawing/2014/main" id="{38057B75-CD4C-B12B-ADBC-493BDE78BE7B}"/>
              </a:ext>
            </a:extLst>
          </p:cNvPr>
          <p:cNvGraphicFramePr>
            <a:graphicFrameLocks noGrp="1"/>
          </p:cNvGraphicFramePr>
          <p:nvPr>
            <p:extLst>
              <p:ext uri="{D42A27DB-BD31-4B8C-83A1-F6EECF244321}">
                <p14:modId xmlns:p14="http://schemas.microsoft.com/office/powerpoint/2010/main" val="340188968"/>
              </p:ext>
            </p:extLst>
          </p:nvPr>
        </p:nvGraphicFramePr>
        <p:xfrm>
          <a:off x="362189" y="3239871"/>
          <a:ext cx="5629036" cy="1378824"/>
        </p:xfrm>
        <a:graphic>
          <a:graphicData uri="http://schemas.openxmlformats.org/drawingml/2006/table">
            <a:tbl>
              <a:tblPr firstRow="1" bandRow="1">
                <a:tableStyleId>{5C22544A-7EE6-4342-B048-85BDC9FD1C3A}</a:tableStyleId>
              </a:tblPr>
              <a:tblGrid>
                <a:gridCol w="1407259">
                  <a:extLst>
                    <a:ext uri="{9D8B030D-6E8A-4147-A177-3AD203B41FA5}">
                      <a16:colId xmlns:a16="http://schemas.microsoft.com/office/drawing/2014/main" val="1392006348"/>
                    </a:ext>
                  </a:extLst>
                </a:gridCol>
                <a:gridCol w="1407259">
                  <a:extLst>
                    <a:ext uri="{9D8B030D-6E8A-4147-A177-3AD203B41FA5}">
                      <a16:colId xmlns:a16="http://schemas.microsoft.com/office/drawing/2014/main" val="3767880861"/>
                    </a:ext>
                  </a:extLst>
                </a:gridCol>
                <a:gridCol w="1407259">
                  <a:extLst>
                    <a:ext uri="{9D8B030D-6E8A-4147-A177-3AD203B41FA5}">
                      <a16:colId xmlns:a16="http://schemas.microsoft.com/office/drawing/2014/main" val="2182034839"/>
                    </a:ext>
                  </a:extLst>
                </a:gridCol>
                <a:gridCol w="1407259">
                  <a:extLst>
                    <a:ext uri="{9D8B030D-6E8A-4147-A177-3AD203B41FA5}">
                      <a16:colId xmlns:a16="http://schemas.microsoft.com/office/drawing/2014/main" val="1346032612"/>
                    </a:ext>
                  </a:extLst>
                </a:gridCol>
              </a:tblGrid>
              <a:tr h="24079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Event Stakeholders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6312351"/>
                  </a:ext>
                </a:extLst>
              </a:tr>
              <a:tr h="275835">
                <a:tc gridSpan="2">
                  <a:txBody>
                    <a:bodyPr/>
                    <a:lstStyle/>
                    <a:p>
                      <a:pPr marL="0" marR="0" lvl="0" indent="0" algn="ctr" defTabSz="1218004" rtl="0" eaLnBrk="1" fontAlgn="base" latinLnBrk="0" hangingPunct="1">
                        <a:lnSpc>
                          <a:spcPct val="100000"/>
                        </a:lnSpc>
                        <a:spcBef>
                          <a:spcPct val="0"/>
                        </a:spcBef>
                        <a:spcAft>
                          <a:spcPct val="0"/>
                        </a:spcAft>
                        <a:buClr>
                          <a:srgbClr val="264228"/>
                        </a:buClr>
                        <a:buSzPct val="100000"/>
                        <a:buFontTx/>
                        <a:buNone/>
                        <a:tabLst/>
                        <a:defRPr/>
                      </a:pPr>
                      <a:r>
                        <a:rPr kumimoji="0" lang="en-US" sz="900" b="0" i="0" u="none" strike="noStrike" kern="0" cap="none" spc="0" normalizeH="0" baseline="0">
                          <a:ln>
                            <a:noFill/>
                          </a:ln>
                          <a:solidFill>
                            <a:schemeClr val="bg1"/>
                          </a:solidFill>
                          <a:effectLst/>
                          <a:uLnTx/>
                          <a:uFillTx/>
                          <a:latin typeface="Codec Pro"/>
                          <a:ea typeface="+mn-ea"/>
                          <a:cs typeface="Arial" panose="020B0604020202020204" pitchFamily="34" charset="0"/>
                          <a:sym typeface="Sakkal Majalla" panose="02000000000000000000" pitchFamily="2" charset="-78"/>
                        </a:rPr>
                        <a:t>Internal</a:t>
                      </a:r>
                    </a:p>
                  </a:txBody>
                  <a:tcPr marL="159624" marR="159624" marT="79812" marB="79812"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hMerge="1">
                  <a:txBody>
                    <a:bodyPr/>
                    <a:lstStyle/>
                    <a:p>
                      <a:endParaRPr lang="en-US"/>
                    </a:p>
                  </a:txBody>
                  <a:tcPr/>
                </a:tc>
                <a:tc gridSpan="2">
                  <a:txBody>
                    <a:bodyPr/>
                    <a:lstStyle/>
                    <a:p>
                      <a:pPr marL="0" marR="0" lvl="0" indent="0" algn="ctr" defTabSz="1218004" rtl="0" eaLnBrk="1" fontAlgn="base" latinLnBrk="0" hangingPunct="1">
                        <a:lnSpc>
                          <a:spcPct val="100000"/>
                        </a:lnSpc>
                        <a:spcBef>
                          <a:spcPct val="0"/>
                        </a:spcBef>
                        <a:spcAft>
                          <a:spcPct val="0"/>
                        </a:spcAft>
                        <a:buClr>
                          <a:srgbClr val="264228"/>
                        </a:buClr>
                        <a:buSzPct val="100000"/>
                        <a:buFontTx/>
                        <a:buNone/>
                        <a:tabLst/>
                        <a:defRPr/>
                      </a:pPr>
                      <a:r>
                        <a:rPr kumimoji="0" lang="en-US" sz="900" b="0" i="0" u="none" strike="noStrike" kern="0" cap="none" spc="0" normalizeH="0" baseline="0" dirty="0">
                          <a:ln>
                            <a:noFill/>
                          </a:ln>
                          <a:solidFill>
                            <a:schemeClr val="bg1"/>
                          </a:solidFill>
                          <a:effectLst/>
                          <a:uLnTx/>
                          <a:uFillTx/>
                          <a:latin typeface="Codec Pro"/>
                          <a:ea typeface="+mn-ea"/>
                          <a:cs typeface="Arial" panose="020B0604020202020204" pitchFamily="34" charset="0"/>
                          <a:sym typeface="Sakkal Majalla" panose="02000000000000000000" pitchFamily="2" charset="-78"/>
                        </a:rPr>
                        <a:t>External</a:t>
                      </a:r>
                    </a:p>
                  </a:txBody>
                  <a:tcPr marL="159624" marR="159624" marT="79812" marB="79812"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hMerge="1">
                  <a:txBody>
                    <a:bodyPr/>
                    <a:lstStyle/>
                    <a:p>
                      <a:endParaRPr lang="en-US"/>
                    </a:p>
                  </a:txBody>
                  <a:tcPr/>
                </a:tc>
                <a:extLst>
                  <a:ext uri="{0D108BD9-81ED-4DB2-BD59-A6C34878D82A}">
                    <a16:rowId xmlns:a16="http://schemas.microsoft.com/office/drawing/2014/main" val="565710258"/>
                  </a:ext>
                </a:extLst>
              </a:tr>
              <a:tr h="339942">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Track / Department name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Name and Role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Entity Name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dirty="0">
                          <a:solidFill>
                            <a:schemeClr val="bg1"/>
                          </a:solidFill>
                          <a:effectLst/>
                          <a:latin typeface="Codec Pro"/>
                          <a:ea typeface="+mn-ea"/>
                          <a:cs typeface="Arial" panose="020B0604020202020204" pitchFamily="34" charset="0"/>
                        </a:rPr>
                        <a:t>Name and Role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extLst>
                  <a:ext uri="{0D108BD9-81ED-4DB2-BD59-A6C34878D82A}">
                    <a16:rowId xmlns:a16="http://schemas.microsoft.com/office/drawing/2014/main" val="3881487069"/>
                  </a:ext>
                </a:extLst>
              </a:tr>
              <a:tr h="365760">
                <a:tc>
                  <a:txBody>
                    <a:bodyPr/>
                    <a:lstStyle/>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Leadership Track</a:t>
                      </a:r>
                    </a:p>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Events (EMU)</a:t>
                      </a:r>
                    </a:p>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Procurement/Legal</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[TBC] - Sponsor</a:t>
                      </a:r>
                      <a:endParaRPr lang="en-US" sz="800" b="0" i="0" u="none" strike="noStrike" kern="1200" spc="0">
                        <a:solidFill>
                          <a:srgbClr val="585858"/>
                        </a:solidFill>
                        <a:effectLst/>
                        <a:latin typeface="Codec Pro"/>
                        <a:ea typeface="+mn-ea"/>
                        <a:cs typeface="Arial" panose="020B0604020202020204" pitchFamily="34" charset="0"/>
                      </a:endParaRPr>
                    </a:p>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[TBC] - Manager</a:t>
                      </a:r>
                      <a:endParaRPr lang="en-US" sz="800" b="0" i="0" u="none" strike="noStrike" kern="1200" spc="0">
                        <a:solidFill>
                          <a:srgbClr val="585858"/>
                        </a:solidFill>
                        <a:effectLst/>
                        <a:latin typeface="Codec Pro"/>
                        <a:ea typeface="+mn-ea"/>
                        <a:cs typeface="Arial" panose="020B0604020202020204" pitchFamily="34" charset="0"/>
                      </a:endParaRPr>
                    </a:p>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[TBC] - Contracts</a:t>
                      </a: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City Hub</a:t>
                      </a:r>
                    </a:p>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a:solidFill>
                            <a:srgbClr val="585858"/>
                          </a:solidFill>
                          <a:effectLst/>
                          <a:latin typeface="Codec Pro"/>
                          <a:ea typeface="+mn-ea"/>
                          <a:cs typeface="Arial" panose="020B0604020202020204" pitchFamily="34" charset="0"/>
                        </a:rPr>
                        <a:t>Event agency (RFP)</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dirty="0">
                          <a:solidFill>
                            <a:srgbClr val="585858"/>
                          </a:solidFill>
                          <a:effectLst/>
                          <a:latin typeface="Codec Pro"/>
                          <a:ea typeface="+mn-ea"/>
                          <a:cs typeface="Arial" panose="020B0604020202020204" pitchFamily="34" charset="0"/>
                        </a:rPr>
                        <a:t>[TBC] - Venue ops</a:t>
                      </a:r>
                    </a:p>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r>
                        <a:rPr lang="en-US" sz="800" b="0" i="0" u="none" strike="noStrike" kern="1200" spc="0" dirty="0">
                          <a:solidFill>
                            <a:srgbClr val="585858"/>
                          </a:solidFill>
                          <a:effectLst/>
                          <a:latin typeface="Codec Pro"/>
                          <a:ea typeface="+mn-ea"/>
                          <a:cs typeface="Arial" panose="020B0604020202020204" pitchFamily="34" charset="0"/>
                        </a:rPr>
                        <a:t>[TBC] - Delivery</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84301157"/>
                  </a:ext>
                </a:extLst>
              </a:tr>
            </a:tbl>
          </a:graphicData>
        </a:graphic>
      </p:graphicFrame>
      <p:graphicFrame>
        <p:nvGraphicFramePr>
          <p:cNvPr id="2" name="Table 1">
            <a:extLst>
              <a:ext uri="{FF2B5EF4-FFF2-40B4-BE49-F238E27FC236}">
                <a16:creationId xmlns:a16="http://schemas.microsoft.com/office/drawing/2014/main" id="{313C9E99-EF92-AC65-6A2B-FF5D4FBD16D2}"/>
              </a:ext>
            </a:extLst>
          </p:cNvPr>
          <p:cNvGraphicFramePr>
            <a:graphicFrameLocks noGrp="1"/>
          </p:cNvGraphicFramePr>
          <p:nvPr>
            <p:extLst>
              <p:ext uri="{D42A27DB-BD31-4B8C-83A1-F6EECF244321}">
                <p14:modId xmlns:p14="http://schemas.microsoft.com/office/powerpoint/2010/main" val="3877614596"/>
              </p:ext>
            </p:extLst>
          </p:nvPr>
        </p:nvGraphicFramePr>
        <p:xfrm>
          <a:off x="362189" y="1171840"/>
          <a:ext cx="11425343" cy="1718115"/>
        </p:xfrm>
        <a:graphic>
          <a:graphicData uri="http://schemas.openxmlformats.org/drawingml/2006/table">
            <a:tbl>
              <a:tblPr/>
              <a:tblGrid>
                <a:gridCol w="231253">
                  <a:extLst>
                    <a:ext uri="{9D8B030D-6E8A-4147-A177-3AD203B41FA5}">
                      <a16:colId xmlns:a16="http://schemas.microsoft.com/office/drawing/2014/main" val="446120736"/>
                    </a:ext>
                  </a:extLst>
                </a:gridCol>
                <a:gridCol w="4641364">
                  <a:extLst>
                    <a:ext uri="{9D8B030D-6E8A-4147-A177-3AD203B41FA5}">
                      <a16:colId xmlns:a16="http://schemas.microsoft.com/office/drawing/2014/main" val="206610997"/>
                    </a:ext>
                  </a:extLst>
                </a:gridCol>
                <a:gridCol w="3991003">
                  <a:extLst>
                    <a:ext uri="{9D8B030D-6E8A-4147-A177-3AD203B41FA5}">
                      <a16:colId xmlns:a16="http://schemas.microsoft.com/office/drawing/2014/main" val="2665550438"/>
                    </a:ext>
                  </a:extLst>
                </a:gridCol>
                <a:gridCol w="1349162">
                  <a:extLst>
                    <a:ext uri="{9D8B030D-6E8A-4147-A177-3AD203B41FA5}">
                      <a16:colId xmlns:a16="http://schemas.microsoft.com/office/drawing/2014/main" val="1434277019"/>
                    </a:ext>
                  </a:extLst>
                </a:gridCol>
                <a:gridCol w="1212561">
                  <a:extLst>
                    <a:ext uri="{9D8B030D-6E8A-4147-A177-3AD203B41FA5}">
                      <a16:colId xmlns:a16="http://schemas.microsoft.com/office/drawing/2014/main" val="1827259541"/>
                    </a:ext>
                  </a:extLst>
                </a:gridCol>
              </a:tblGrid>
              <a:tr h="247829">
                <a:tc gridSpan="5">
                  <a:txBody>
                    <a:bodyPr/>
                    <a:lstStyle/>
                    <a:p>
                      <a:pPr marL="4572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white"/>
                          </a:solidFill>
                          <a:effectLst/>
                          <a:uLnTx/>
                          <a:uFillTx/>
                          <a:latin typeface="Codec Pro"/>
                          <a:ea typeface="+mn-ea"/>
                          <a:cs typeface="Arial" panose="020B0604020202020204" pitchFamily="34" charset="0"/>
                        </a:rPr>
                        <a:t>Project Timeline</a:t>
                      </a:r>
                    </a:p>
                  </a:txBody>
                  <a:tcPr marL="45720" marR="45717" marT="45717" marB="45717"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tx1"/>
                    </a:solidFill>
                  </a:tcPr>
                </a:tc>
                <a:tc hMerge="1">
                  <a:txBody>
                    <a:bodyPr/>
                    <a:lstStyle/>
                    <a:p>
                      <a:pPr marL="45720" marR="0" lvl="0" indent="0" algn="ctr" defTabSz="914400" rtl="0" eaLnBrk="1" fontAlgn="ctr" latinLnBrk="0" hangingPunct="1">
                        <a:lnSpc>
                          <a:spcPct val="100000"/>
                        </a:lnSpc>
                        <a:spcBef>
                          <a:spcPts val="0"/>
                        </a:spcBef>
                        <a:spcAft>
                          <a:spcPts val="0"/>
                        </a:spcAft>
                        <a:buClrTx/>
                        <a:buSzTx/>
                        <a:buFontTx/>
                        <a:buNone/>
                        <a:tabLst/>
                        <a:defRPr/>
                      </a:pPr>
                      <a:endParaRPr kumimoji="0" lang="en-US" sz="1050" b="1" i="0" u="none" strike="noStrike" kern="0" cap="none" spc="0" normalizeH="0" baseline="0" noProof="0">
                        <a:ln>
                          <a:noFill/>
                        </a:ln>
                        <a:solidFill>
                          <a:prstClr val="white"/>
                        </a:solidFill>
                        <a:effectLst/>
                        <a:uLnTx/>
                        <a:uFillTx/>
                        <a:latin typeface="Gotham" panose="02000504050000020004" pitchFamily="2" charset="0"/>
                        <a:ea typeface="+mn-ea"/>
                        <a:cs typeface="Arial" panose="020B0604020202020204" pitchFamily="34" charset="0"/>
                      </a:endParaRPr>
                    </a:p>
                  </a:txBody>
                  <a:tcPr marL="45720" marR="45717" marT="45717" marB="45717" anchor="ctr">
                    <a:lnL w="12700" cap="flat" cmpd="sng" algn="ctr">
                      <a:solidFill>
                        <a:schemeClr val="accent3">
                          <a:lumMod val="20000"/>
                          <a:lumOff val="80000"/>
                        </a:schemeClr>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solidFill>
                      <a:srgbClr val="389741"/>
                    </a:solidFill>
                  </a:tcPr>
                </a:tc>
                <a:tc hMerge="1">
                  <a:txBody>
                    <a:bodyPr/>
                    <a:lstStyle/>
                    <a:p>
                      <a:endParaRPr lang="en-US"/>
                    </a:p>
                  </a:txBody>
                  <a:tcPr/>
                </a:tc>
                <a:tc hMerge="1">
                  <a:txBody>
                    <a:bodyPr/>
                    <a:lstStyle/>
                    <a:p>
                      <a:pPr marL="45720" marR="0" lvl="0" indent="0" algn="ctr" defTabSz="914400" rtl="0" eaLnBrk="1" fontAlgn="ctr" latinLnBrk="0" hangingPunct="1">
                        <a:lnSpc>
                          <a:spcPct val="100000"/>
                        </a:lnSpc>
                        <a:spcBef>
                          <a:spcPct val="0"/>
                        </a:spcBef>
                        <a:spcAft>
                          <a:spcPct val="0"/>
                        </a:spcAft>
                        <a:buClr>
                          <a:srgbClr val="264228"/>
                        </a:buClr>
                        <a:buSzPct val="100000"/>
                        <a:buFontTx/>
                        <a:buNone/>
                        <a:tabLst/>
                        <a:defRPr/>
                      </a:pPr>
                      <a:endParaRPr lang="en-US" sz="1050" b="1" i="0" u="none" strike="noStrike" kern="1200">
                        <a:solidFill>
                          <a:srgbClr val="737373"/>
                        </a:solidFill>
                        <a:effectLst/>
                        <a:latin typeface="Gotham" panose="02000504050000020004" pitchFamily="2" charset="0"/>
                        <a:ea typeface="+mn-ea"/>
                        <a:cs typeface="Arial" panose="020B0604020202020204" pitchFamily="34" charset="0"/>
                      </a:endParaRPr>
                    </a:p>
                  </a:txBody>
                  <a:tcPr marL="45717" marR="45717"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89741"/>
                    </a:solidFill>
                  </a:tcPr>
                </a:tc>
                <a:tc hMerge="1">
                  <a:txBody>
                    <a:bodyPr/>
                    <a:lstStyle/>
                    <a:p>
                      <a:endParaRPr lang="en-US"/>
                    </a:p>
                  </a:txBody>
                  <a:tcPr/>
                </a:tc>
                <a:extLst>
                  <a:ext uri="{0D108BD9-81ED-4DB2-BD59-A6C34878D82A}">
                    <a16:rowId xmlns:a16="http://schemas.microsoft.com/office/drawing/2014/main" val="3125684762"/>
                  </a:ext>
                </a:extLst>
              </a:tr>
              <a:tr h="247835">
                <a:tc>
                  <a:txBody>
                    <a:bodyPr/>
                    <a:lstStyle/>
                    <a:p>
                      <a:pPr marL="45720" algn="ctr" defTabSz="914400" rtl="0" eaLnBrk="1" fontAlgn="ctr" latinLnBrk="0" hangingPunct="1"/>
                      <a:r>
                        <a:rPr lang="en-US" sz="1050" b="0" i="0" u="none" strike="noStrike" kern="1200" dirty="0">
                          <a:solidFill>
                            <a:schemeClr val="bg1"/>
                          </a:solidFill>
                          <a:effectLst/>
                          <a:latin typeface="Codec Pro"/>
                          <a:ea typeface="+mn-ea"/>
                          <a:cs typeface="Arial" panose="020B0604020202020204" pitchFamily="34" charset="0"/>
                        </a:rPr>
                        <a: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B500"/>
                    </a:solidFill>
                  </a:tcPr>
                </a:tc>
                <a:tc>
                  <a:txBody>
                    <a:bodyPr/>
                    <a:lstStyle/>
                    <a:p>
                      <a:pPr marL="45720" algn="ctr" defTabSz="914400" rtl="0" eaLnBrk="1" fontAlgn="ctr" latinLnBrk="0" hangingPunct="1"/>
                      <a:r>
                        <a:rPr lang="en-US" sz="1050" b="0" i="0" u="none" strike="noStrike" kern="1200" dirty="0">
                          <a:solidFill>
                            <a:schemeClr val="bg1"/>
                          </a:solidFill>
                          <a:effectLst/>
                          <a:latin typeface="Codec Pro"/>
                          <a:ea typeface="+mn-ea"/>
                          <a:cs typeface="Arial" panose="020B0604020202020204" pitchFamily="34" charset="0"/>
                        </a:rPr>
                        <a:t>Workstream/Phase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B500"/>
                    </a:solidFill>
                  </a:tcPr>
                </a:tc>
                <a:tc>
                  <a:txBody>
                    <a:bodyPr/>
                    <a:lstStyle/>
                    <a:p>
                      <a:pPr marL="45720" algn="ctr" defTabSz="914400" rtl="0" eaLnBrk="1" fontAlgn="ctr" latinLnBrk="0" hangingPunct="1"/>
                      <a:r>
                        <a:rPr lang="en-US" sz="1050" b="0" i="0" u="none" strike="noStrike" kern="1200" dirty="0">
                          <a:solidFill>
                            <a:schemeClr val="bg1"/>
                          </a:solidFill>
                          <a:effectLst/>
                          <a:latin typeface="Codec Pro"/>
                          <a:ea typeface="+mn-ea"/>
                          <a:cs typeface="Arial" panose="020B0604020202020204" pitchFamily="34" charset="0"/>
                        </a:rPr>
                        <a:t>Main Deliverables </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B500"/>
                    </a:solidFill>
                  </a:tcPr>
                </a:tc>
                <a:tc>
                  <a:txBody>
                    <a:bodyPr/>
                    <a:lstStyle/>
                    <a:p>
                      <a:pPr marL="45720" algn="ctr" defTabSz="914400" rtl="0" eaLnBrk="1" fontAlgn="ctr" latinLnBrk="0" hangingPunct="1"/>
                      <a:r>
                        <a:rPr lang="en-US" sz="1050" b="0" i="0" u="none" strike="noStrike" kern="1200" dirty="0">
                          <a:solidFill>
                            <a:schemeClr val="bg1"/>
                          </a:solidFill>
                          <a:effectLst/>
                          <a:latin typeface="Codec Pro"/>
                          <a:ea typeface="+mn-ea"/>
                          <a:cs typeface="Arial" panose="020B0604020202020204" pitchFamily="34" charset="0"/>
                        </a:rPr>
                        <a:t>Start Date</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B500"/>
                    </a:solidFill>
                  </a:tcPr>
                </a:tc>
                <a:tc>
                  <a:txBody>
                    <a:bodyPr/>
                    <a:lstStyle/>
                    <a:p>
                      <a:pPr marL="45720" algn="ctr" defTabSz="914400" rtl="0" eaLnBrk="1" fontAlgn="ctr" latinLnBrk="0" hangingPunct="1"/>
                      <a:r>
                        <a:rPr lang="en-US" sz="1050" b="0" i="0" u="none" strike="noStrike" kern="1200" dirty="0">
                          <a:solidFill>
                            <a:schemeClr val="bg1"/>
                          </a:solidFill>
                          <a:effectLst/>
                          <a:latin typeface="Codec Pro"/>
                          <a:ea typeface="+mn-ea"/>
                          <a:cs typeface="Arial" panose="020B0604020202020204" pitchFamily="34" charset="0"/>
                        </a:rPr>
                        <a:t>End Date</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B500"/>
                    </a:solidFill>
                  </a:tcPr>
                </a:tc>
                <a:extLst>
                  <a:ext uri="{0D108BD9-81ED-4DB2-BD59-A6C34878D82A}">
                    <a16:rowId xmlns:a16="http://schemas.microsoft.com/office/drawing/2014/main" val="1995658303"/>
                  </a:ext>
                </a:extLst>
              </a:tr>
              <a:tr h="237429">
                <a:tc>
                  <a:txBody>
                    <a:bodyPr/>
                    <a:lstStyle/>
                    <a:p>
                      <a:pPr marL="0" marR="0" lvl="1" indent="0" algn="ctr"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a:ln>
                            <a:noFill/>
                          </a:ln>
                          <a:solidFill>
                            <a:srgbClr val="585858"/>
                          </a:solidFill>
                          <a:effectLst/>
                          <a:uLnTx/>
                          <a:uFillTx/>
                          <a:latin typeface="Codec Pro"/>
                          <a:ea typeface="+mn-ea"/>
                          <a:cs typeface="Arial" panose="020B0604020202020204" pitchFamily="34" charset="0"/>
                        </a:rPr>
                        <a:t>1</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81000" marR="0" lvl="1" indent="0" algn="l"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a:ln>
                            <a:noFill/>
                          </a:ln>
                          <a:solidFill>
                            <a:srgbClr val="585858"/>
                          </a:solidFill>
                          <a:effectLst/>
                          <a:uLnTx/>
                          <a:uFillTx/>
                          <a:latin typeface="Codec Pro"/>
                          <a:ea typeface="+mn-ea"/>
                          <a:cs typeface="Arial" panose="020B0604020202020204" pitchFamily="34" charset="0"/>
                        </a:rPr>
                        <a:t>Initiation</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Approved event charter and PO issued</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20/09/2026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dirty="0">
                          <a:ln>
                            <a:noFill/>
                          </a:ln>
                          <a:solidFill>
                            <a:srgbClr val="585858"/>
                          </a:solidFill>
                          <a:effectLst/>
                          <a:uLnTx/>
                          <a:uFillTx/>
                          <a:latin typeface="Codec Pro"/>
                          <a:ea typeface="+mn-ea"/>
                          <a:cs typeface="+mn-cs"/>
                        </a:rPr>
                        <a:t>15/10/2026</a:t>
                      </a:r>
                      <a:endParaRPr kumimoji="0" lang="en-US" sz="900" b="0" i="0" u="none" strike="noStrike" kern="1200" cap="none" spc="0" normalizeH="0" baseline="0" dirty="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69797954"/>
                  </a:ext>
                </a:extLst>
              </a:tr>
              <a:tr h="237429">
                <a:tc>
                  <a:txBody>
                    <a:bodyPr/>
                    <a:lstStyle/>
                    <a:p>
                      <a:pPr marL="0" marR="0" lvl="1" indent="0" algn="ctr"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a:ln>
                            <a:noFill/>
                          </a:ln>
                          <a:solidFill>
                            <a:srgbClr val="585858"/>
                          </a:solidFill>
                          <a:effectLst/>
                          <a:uLnTx/>
                          <a:uFillTx/>
                          <a:latin typeface="Codec Pro"/>
                          <a:ea typeface="+mn-ea"/>
                          <a:cs typeface="Arial" panose="020B0604020202020204" pitchFamily="34" charset="0"/>
                        </a:rPr>
                        <a:t>2</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81000" marR="0" lvl="1" indent="0" algn="l"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dirty="0">
                          <a:ln>
                            <a:noFill/>
                          </a:ln>
                          <a:solidFill>
                            <a:srgbClr val="585858"/>
                          </a:solidFill>
                          <a:effectLst/>
                          <a:uLnTx/>
                          <a:uFillTx/>
                          <a:latin typeface="Codec Pro"/>
                          <a:ea typeface="+mn-ea"/>
                          <a:cs typeface="Arial" panose="020B0604020202020204" pitchFamily="34" charset="0"/>
                        </a:rPr>
                        <a:t>Planning</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Venue contract, agency award, run of show, achievements and citations</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18/10/2026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19/11/2026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87976388"/>
                  </a:ext>
                </a:extLst>
              </a:tr>
              <a:tr h="237429">
                <a:tc>
                  <a:txBody>
                    <a:bodyPr/>
                    <a:lstStyle/>
                    <a:p>
                      <a:pPr marL="0" marR="0" lvl="1" indent="0" algn="ctr"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a:ln>
                            <a:noFill/>
                          </a:ln>
                          <a:solidFill>
                            <a:srgbClr val="585858"/>
                          </a:solidFill>
                          <a:effectLst/>
                          <a:uLnTx/>
                          <a:uFillTx/>
                          <a:latin typeface="Codec Pro"/>
                          <a:ea typeface="+mn-ea"/>
                          <a:cs typeface="Arial" panose="020B0604020202020204" pitchFamily="34" charset="0"/>
                        </a:rPr>
                        <a:t>3</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81000" marR="0" lvl="1" indent="0" algn="l"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dirty="0">
                          <a:ln>
                            <a:noFill/>
                          </a:ln>
                          <a:solidFill>
                            <a:srgbClr val="585858"/>
                          </a:solidFill>
                          <a:effectLst/>
                          <a:uLnTx/>
                          <a:uFillTx/>
                          <a:latin typeface="Codec Pro"/>
                          <a:ea typeface="+mn-ea"/>
                          <a:cs typeface="Arial" panose="020B0604020202020204" pitchFamily="34" charset="0"/>
                        </a:rPr>
                        <a:t>Execution</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dirty="0">
                          <a:ln>
                            <a:noFill/>
                          </a:ln>
                          <a:solidFill>
                            <a:srgbClr val="585858"/>
                          </a:solidFill>
                          <a:effectLst/>
                          <a:uLnTx/>
                          <a:uFillTx/>
                          <a:latin typeface="Codec Pro"/>
                          <a:ea typeface="+mn-ea"/>
                          <a:cs typeface="+mn-cs"/>
                        </a:rPr>
                        <a:t>Invitations, registration and digital badges</a:t>
                      </a: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dirty="0">
                          <a:ln>
                            <a:noFill/>
                          </a:ln>
                          <a:solidFill>
                            <a:srgbClr val="585858"/>
                          </a:solidFill>
                          <a:effectLst/>
                          <a:uLnTx/>
                          <a:uFillTx/>
                          <a:latin typeface="Codec Pro"/>
                          <a:ea typeface="+mn-ea"/>
                          <a:cs typeface="+mn-cs"/>
                        </a:rPr>
                        <a:t>Build, stage, gallery and rehearsal</a:t>
                      </a: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dirty="0">
                          <a:ln>
                            <a:noFill/>
                          </a:ln>
                          <a:solidFill>
                            <a:srgbClr val="585858"/>
                          </a:solidFill>
                          <a:effectLst/>
                          <a:uLnTx/>
                          <a:uFillTx/>
                          <a:latin typeface="Codec Pro"/>
                          <a:ea typeface="+mn-ea"/>
                          <a:cs typeface="+mn-cs"/>
                        </a:rPr>
                        <a:t>Event day delivery and dismantle</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22/11/2026</a:t>
                      </a:r>
                      <a:endParaRPr kumimoji="0" lang="en-US" sz="900" b="0" i="0" u="none" strike="noStrike" kern="1200" cap="none" spc="0" normalizeH="0" baseline="0">
                        <a:ln>
                          <a:noFill/>
                        </a:ln>
                        <a:solidFill>
                          <a:srgbClr val="585858"/>
                        </a:solidFill>
                        <a:effectLst/>
                        <a:uLnTx/>
                        <a:uFillTx/>
                        <a:latin typeface="Codec Pro"/>
                        <a:ea typeface="+mn-ea"/>
                        <a:cs typeface="+mn-cs"/>
                      </a:endParaRP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09/12/2026</a:t>
                      </a:r>
                      <a:endParaRPr kumimoji="0" lang="en-US" sz="900" b="0" i="0" u="none" strike="noStrike" kern="1200" cap="none" spc="0" normalizeH="0" baseline="0">
                        <a:ln>
                          <a:noFill/>
                        </a:ln>
                        <a:solidFill>
                          <a:srgbClr val="585858"/>
                        </a:solidFill>
                        <a:effectLst/>
                        <a:uLnTx/>
                        <a:uFillTx/>
                        <a:latin typeface="Codec Pro"/>
                        <a:ea typeface="+mn-ea"/>
                        <a:cs typeface="+mn-cs"/>
                      </a:endParaRP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12/12/2026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10/12/2026</a:t>
                      </a:r>
                      <a:endParaRPr kumimoji="0" lang="en-US" sz="900" b="0" i="0" u="none" strike="noStrike" kern="1200" cap="none" spc="0" normalizeH="0" baseline="0">
                        <a:ln>
                          <a:noFill/>
                        </a:ln>
                        <a:solidFill>
                          <a:srgbClr val="585858"/>
                        </a:solidFill>
                        <a:effectLst/>
                        <a:uLnTx/>
                        <a:uFillTx/>
                        <a:latin typeface="Codec Pro"/>
                        <a:ea typeface="+mn-ea"/>
                        <a:cs typeface="+mn-cs"/>
                      </a:endParaRP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11/12/2026</a:t>
                      </a:r>
                      <a:endParaRPr kumimoji="0" lang="en-US" sz="900" b="0" i="0" u="none" strike="noStrike" kern="1200" cap="none" spc="0" normalizeH="0" baseline="0">
                        <a:ln>
                          <a:noFill/>
                        </a:ln>
                        <a:solidFill>
                          <a:srgbClr val="585858"/>
                        </a:solidFill>
                        <a:effectLst/>
                        <a:uLnTx/>
                        <a:uFillTx/>
                        <a:latin typeface="Codec Pro"/>
                        <a:ea typeface="+mn-ea"/>
                        <a:cs typeface="+mn-cs"/>
                      </a:endParaRPr>
                    </a:p>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13/12/2026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37429">
                <a:tc>
                  <a:txBody>
                    <a:bodyPr/>
                    <a:lstStyle/>
                    <a:p>
                      <a:pPr marL="0" marR="0" lvl="1" indent="0" algn="ctr"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a:ln>
                            <a:noFill/>
                          </a:ln>
                          <a:solidFill>
                            <a:srgbClr val="585858"/>
                          </a:solidFill>
                          <a:effectLst/>
                          <a:uLnTx/>
                          <a:uFillTx/>
                          <a:latin typeface="Codec Pro"/>
                          <a:ea typeface="+mn-ea"/>
                          <a:cs typeface="Arial" panose="020B0604020202020204" pitchFamily="34" charset="0"/>
                        </a:rPr>
                        <a:t>4</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81000" marR="0" lvl="1" indent="0" algn="l" defTabSz="914400" rtl="0" eaLnBrk="1" fontAlgn="ctr" latinLnBrk="0" hangingPunct="1">
                        <a:lnSpc>
                          <a:spcPct val="100000"/>
                        </a:lnSpc>
                        <a:spcBef>
                          <a:spcPts val="0"/>
                        </a:spcBef>
                        <a:spcAft>
                          <a:spcPts val="0"/>
                        </a:spcAft>
                        <a:buClr>
                          <a:srgbClr val="51C041">
                            <a:lumMod val="100000"/>
                          </a:srgbClr>
                        </a:buClr>
                        <a:buSzPct val="100000"/>
                        <a:buFont typeface="Trebuchet MS" panose="020B0603020202020204" pitchFamily="34" charset="0"/>
                        <a:buNone/>
                        <a:tabLst/>
                        <a:defRPr/>
                      </a:pPr>
                      <a:r>
                        <a:rPr kumimoji="0" lang="en-US" sz="900" b="0" i="0" u="none" strike="noStrike" kern="1200" cap="none" spc="0" normalizeH="0" baseline="0" noProof="0">
                          <a:ln>
                            <a:noFill/>
                          </a:ln>
                          <a:solidFill>
                            <a:srgbClr val="585858"/>
                          </a:solidFill>
                          <a:effectLst/>
                          <a:uLnTx/>
                          <a:uFillTx/>
                          <a:latin typeface="Codec Pro"/>
                          <a:ea typeface="+mn-ea"/>
                          <a:cs typeface="Arial" panose="020B0604020202020204" pitchFamily="34" charset="0"/>
                        </a:rPr>
                        <a:t>Closure</a:t>
                      </a:r>
                    </a:p>
                  </a:txBody>
                  <a:tcPr marL="45720" marR="3600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Post-event report, survey results and vendor closeout</a:t>
                      </a: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a:ln>
                            <a:noFill/>
                          </a:ln>
                          <a:solidFill>
                            <a:srgbClr val="585858"/>
                          </a:solidFill>
                          <a:effectLst/>
                          <a:uLnTx/>
                          <a:uFillTx/>
                          <a:latin typeface="Codec Pro"/>
                          <a:ea typeface="+mn-ea"/>
                          <a:cs typeface="+mn-cs"/>
                        </a:rPr>
                        <a:t>14/12/2026</a:t>
                      </a:r>
                      <a:endParaRPr kumimoji="0" lang="en-US" sz="900" b="0" i="0" u="none" strike="noStrike" kern="1200" cap="none" spc="0" normalizeH="0" baseline="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ctr" defTabSz="914400" rtl="0" eaLnBrk="1" fontAlgn="ctr" latinLnBrk="0" hangingPunct="1">
                        <a:lnSpc>
                          <a:spcPct val="100000"/>
                        </a:lnSpc>
                        <a:spcBef>
                          <a:spcPts val="0"/>
                        </a:spcBef>
                        <a:spcAft>
                          <a:spcPts val="0"/>
                        </a:spcAft>
                        <a:buClr>
                          <a:srgbClr val="626262"/>
                        </a:buClr>
                        <a:buSzPts val="1100"/>
                        <a:buFont typeface="Arial" panose="020B0604020202020204" pitchFamily="34" charset="0"/>
                        <a:buChar char="•"/>
                      </a:pPr>
                      <a:r>
                        <a:rPr kumimoji="0" lang="en-US" sz="900" b="0" i="0" u="none" strike="noStrike" kern="1200" cap="none" spc="0" normalizeH="0" baseline="0" dirty="0">
                          <a:ln>
                            <a:noFill/>
                          </a:ln>
                          <a:solidFill>
                            <a:srgbClr val="585858"/>
                          </a:solidFill>
                          <a:effectLst/>
                          <a:uLnTx/>
                          <a:uFillTx/>
                          <a:latin typeface="Codec Pro"/>
                          <a:ea typeface="+mn-ea"/>
                          <a:cs typeface="+mn-cs"/>
                        </a:rPr>
                        <a:t>14/01/2027</a:t>
                      </a:r>
                      <a:endParaRPr kumimoji="0" lang="en-US" sz="900" b="0" i="0" u="none" strike="noStrike" kern="1200" cap="none" spc="0" normalizeH="0" baseline="0" dirty="0">
                        <a:ln>
                          <a:noFill/>
                        </a:ln>
                        <a:solidFill>
                          <a:srgbClr val="585858"/>
                        </a:solidFill>
                        <a:effectLst/>
                        <a:uLnTx/>
                        <a:uFillTx/>
                        <a:latin typeface="Codec Pro"/>
                        <a:ea typeface="+mn-ea"/>
                        <a:cs typeface="+mn-cs"/>
                      </a:endParaRPr>
                    </a:p>
                  </a:txBody>
                  <a:tcPr marL="45717" marR="45717" marT="45717" marB="45717"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54930275"/>
                  </a:ext>
                </a:extLst>
              </a:tr>
            </a:tbl>
          </a:graphicData>
        </a:graphic>
      </p:graphicFrame>
      <p:graphicFrame>
        <p:nvGraphicFramePr>
          <p:cNvPr id="3" name="Table 2">
            <a:extLst>
              <a:ext uri="{FF2B5EF4-FFF2-40B4-BE49-F238E27FC236}">
                <a16:creationId xmlns:a16="http://schemas.microsoft.com/office/drawing/2014/main" id="{6F667CC4-7D83-C05A-4D2C-F92D27C4BAED}"/>
              </a:ext>
            </a:extLst>
          </p:cNvPr>
          <p:cNvGraphicFramePr>
            <a:graphicFrameLocks noGrp="1"/>
          </p:cNvGraphicFramePr>
          <p:nvPr/>
        </p:nvGraphicFramePr>
        <p:xfrm>
          <a:off x="362189" y="4679566"/>
          <a:ext cx="11449179" cy="1097280"/>
        </p:xfrm>
        <a:graphic>
          <a:graphicData uri="http://schemas.openxmlformats.org/drawingml/2006/table">
            <a:tbl>
              <a:tblPr/>
              <a:tblGrid>
                <a:gridCol w="413961">
                  <a:extLst>
                    <a:ext uri="{9D8B030D-6E8A-4147-A177-3AD203B41FA5}">
                      <a16:colId xmlns:a16="http://schemas.microsoft.com/office/drawing/2014/main" val="206610997"/>
                    </a:ext>
                  </a:extLst>
                </a:gridCol>
                <a:gridCol w="3713722">
                  <a:extLst>
                    <a:ext uri="{9D8B030D-6E8A-4147-A177-3AD203B41FA5}">
                      <a16:colId xmlns:a16="http://schemas.microsoft.com/office/drawing/2014/main" val="2152660045"/>
                    </a:ext>
                  </a:extLst>
                </a:gridCol>
                <a:gridCol w="978731">
                  <a:extLst>
                    <a:ext uri="{9D8B030D-6E8A-4147-A177-3AD203B41FA5}">
                      <a16:colId xmlns:a16="http://schemas.microsoft.com/office/drawing/2014/main" val="3641691822"/>
                    </a:ext>
                  </a:extLst>
                </a:gridCol>
                <a:gridCol w="5066884">
                  <a:extLst>
                    <a:ext uri="{9D8B030D-6E8A-4147-A177-3AD203B41FA5}">
                      <a16:colId xmlns:a16="http://schemas.microsoft.com/office/drawing/2014/main" val="1440974211"/>
                    </a:ext>
                  </a:extLst>
                </a:gridCol>
                <a:gridCol w="1275881">
                  <a:extLst>
                    <a:ext uri="{9D8B030D-6E8A-4147-A177-3AD203B41FA5}">
                      <a16:colId xmlns:a16="http://schemas.microsoft.com/office/drawing/2014/main" val="2877463663"/>
                    </a:ext>
                  </a:extLst>
                </a:gridCol>
              </a:tblGrid>
              <a:tr h="274320">
                <a:tc gridSpan="5">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r>
                        <a:rPr kumimoji="0" lang="en-US" sz="1050" b="0" i="0" u="none" strike="noStrike" kern="0" cap="none" spc="0" normalizeH="0" baseline="0" noProof="0">
                          <a:ln>
                            <a:noFill/>
                          </a:ln>
                          <a:solidFill>
                            <a:prstClr val="white"/>
                          </a:solidFill>
                          <a:effectLst/>
                          <a:uLnTx/>
                          <a:uFillTx/>
                          <a:latin typeface="Codec Pro"/>
                          <a:ea typeface="+mn-ea"/>
                          <a:cs typeface="Arial" panose="020B0604020202020204" pitchFamily="34" charset="0"/>
                        </a:rPr>
                        <a:t>Main Risks and Issues</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pPr marL="45720" indent="0" algn="ctr" defTabSz="914400" rtl="0" eaLnBrk="1" fontAlgn="ctr" latinLnBrk="0" hangingPunct="1">
                        <a:buClr>
                          <a:srgbClr val="70A1C0"/>
                        </a:buClr>
                        <a:buFont typeface="Arial" panose="020B0604020202020204" pitchFamily="34" charset="0"/>
                        <a:buNone/>
                      </a:pPr>
                      <a:endParaRPr lang="en-US" sz="1050" b="1" i="0" u="none" strike="noStrike" kern="1200">
                        <a:solidFill>
                          <a:srgbClr val="737373"/>
                        </a:solidFill>
                        <a:effectLst/>
                        <a:latin typeface="Gotham" panose="02000504050000020004" pitchFamily="2" charset="0"/>
                        <a:ea typeface="+mn-ea"/>
                        <a:cs typeface="Arial" panose="020B0604020202020204" pitchFamily="34" charset="0"/>
                      </a:endParaRP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89741"/>
                    </a:solidFill>
                  </a:tcPr>
                </a:tc>
                <a:tc hMerge="1">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endParaRPr lang="en-US" sz="1050" b="1" i="0" u="none" strike="noStrike" kern="1200">
                        <a:solidFill>
                          <a:srgbClr val="737373"/>
                        </a:solidFill>
                        <a:effectLst/>
                        <a:latin typeface="Gotham" panose="02000504050000020004" pitchFamily="2" charset="0"/>
                        <a:ea typeface="+mn-ea"/>
                        <a:cs typeface="Arial" panose="020B0604020202020204" pitchFamily="34" charset="0"/>
                      </a:endParaRP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89741"/>
                    </a:solidFill>
                  </a:tcPr>
                </a:tc>
                <a:tc hMerge="1">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endParaRPr lang="en-US" sz="1050" b="1" i="0" u="none" strike="noStrike" kern="1200">
                        <a:solidFill>
                          <a:srgbClr val="737373"/>
                        </a:solidFill>
                        <a:effectLst/>
                        <a:latin typeface="Gotham" panose="02000504050000020004" pitchFamily="2" charset="0"/>
                        <a:ea typeface="+mn-ea"/>
                        <a:cs typeface="Arial" panose="020B0604020202020204" pitchFamily="34" charset="0"/>
                      </a:endParaRP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89741"/>
                    </a:solidFill>
                  </a:tcPr>
                </a:tc>
                <a:extLst>
                  <a:ext uri="{0D108BD9-81ED-4DB2-BD59-A6C34878D82A}">
                    <a16:rowId xmlns:a16="http://schemas.microsoft.com/office/drawing/2014/main" val="1116496141"/>
                  </a:ext>
                </a:extLst>
              </a:tr>
              <a:tr h="274320">
                <a:tc gridSpan="2">
                  <a:txBody>
                    <a:bodyPr/>
                    <a:lstStyle/>
                    <a:p>
                      <a:pPr marL="45720" indent="0" algn="ctr" defTabSz="914400" rtl="0" eaLnBrk="1" fontAlgn="ctr" latinLnBrk="0" hangingPunct="1">
                        <a:buClr>
                          <a:srgbClr val="70A1C0"/>
                        </a:buClr>
                        <a:buFont typeface="Arial" panose="020B0604020202020204" pitchFamily="34" charset="0"/>
                        <a:buNone/>
                      </a:pPr>
                      <a:r>
                        <a:rPr lang="en-US" sz="1050" b="0" i="0" u="none" strike="noStrike" kern="1200">
                          <a:solidFill>
                            <a:schemeClr val="bg1"/>
                          </a:solidFill>
                          <a:effectLst/>
                          <a:latin typeface="Codec Pro"/>
                          <a:ea typeface="+mn-ea"/>
                          <a:cs typeface="Arial" panose="020B0604020202020204" pitchFamily="34" charset="0"/>
                        </a:rPr>
                        <a:t>Main Risks/Issues</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en-US"/>
                    </a:p>
                  </a:txBody>
                  <a:tcPr/>
                </a:tc>
                <a:tc>
                  <a:txBody>
                    <a:bodyPr/>
                    <a:lstStyle/>
                    <a:p>
                      <a:pPr marL="45720" indent="0" algn="ctr" defTabSz="914400" rtl="0" eaLnBrk="1" fontAlgn="ctr" latinLnBrk="0" hangingPunct="1">
                        <a:buClr>
                          <a:srgbClr val="70A1C0"/>
                        </a:buClr>
                        <a:buFont typeface="Arial" panose="020B0604020202020204" pitchFamily="34" charset="0"/>
                        <a:buNone/>
                      </a:pPr>
                      <a:r>
                        <a:rPr lang="en-US" sz="1050" b="0" i="0" u="none" strike="noStrike" kern="1200">
                          <a:solidFill>
                            <a:schemeClr val="bg1"/>
                          </a:solidFill>
                          <a:effectLst/>
                          <a:latin typeface="Codec Pro"/>
                          <a:ea typeface="+mn-ea"/>
                          <a:cs typeface="Arial" panose="020B0604020202020204" pitchFamily="34" charset="0"/>
                        </a:rPr>
                        <a:t>Severity</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r>
                        <a:rPr lang="en-US" sz="1050" b="0" i="0" u="none" strike="noStrike" kern="1200">
                          <a:solidFill>
                            <a:schemeClr val="bg1"/>
                          </a:solidFill>
                          <a:effectLst/>
                          <a:latin typeface="Codec Pro"/>
                          <a:ea typeface="+mn-ea"/>
                          <a:cs typeface="Arial" panose="020B0604020202020204" pitchFamily="34" charset="0"/>
                        </a:rPr>
                        <a:t>Mitigation</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r>
                        <a:rPr lang="en-US" sz="1050" b="0" i="0" u="none" strike="noStrike" kern="1200">
                          <a:solidFill>
                            <a:schemeClr val="bg1"/>
                          </a:solidFill>
                          <a:effectLst/>
                          <a:latin typeface="Codec Pro"/>
                          <a:ea typeface="+mn-ea"/>
                          <a:cs typeface="Arial" panose="020B0604020202020204" pitchFamily="34" charset="0"/>
                        </a:rPr>
                        <a:t>Owner</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828123047"/>
                  </a:ext>
                </a:extLst>
              </a:tr>
              <a:tr h="274320">
                <a:tc>
                  <a:txBody>
                    <a:bodyPr/>
                    <a:lstStyle/>
                    <a:p>
                      <a:pPr marL="45720" algn="just" rtl="0" fontAlgn="ctr"/>
                      <a:endParaRPr lang="en-US" sz="900" b="0" kern="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r>
                        <a:rPr lang="en-US" sz="900" b="0" kern="0">
                          <a:solidFill>
                            <a:schemeClr val="tx1"/>
                          </a:solidFill>
                          <a:latin typeface="Codec Pro"/>
                          <a:ea typeface="+mn-ea"/>
                          <a:cs typeface="Arial" panose="020B0604020202020204" pitchFamily="34" charset="0"/>
                        </a:rPr>
                        <a:t>300 seats against a full-membership invitation.</a:t>
                      </a:r>
                      <a:endParaRPr lang="en-US" sz="900" b="0" kern="0">
                        <a:solidFill>
                          <a:schemeClr val="tx1"/>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endParaRPr lang="en-US" sz="900" b="0" kern="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r>
                        <a:rPr lang="en-US" sz="900" b="0" kern="0" dirty="0">
                          <a:solidFill>
                            <a:schemeClr val="tx1"/>
                          </a:solidFill>
                          <a:latin typeface="Codec Pro"/>
                          <a:ea typeface="+mn-ea"/>
                          <a:cs typeface="Arial" panose="020B0604020202020204" pitchFamily="34" charset="0"/>
                        </a:rPr>
                        <a:t>Phased RSVP with a waitlist; seating and dinner to a 48-hour reconfirmed count.</a:t>
                      </a:r>
                      <a:endParaRPr lang="en-US" sz="900" b="0" kern="0" dirty="0">
                        <a:solidFill>
                          <a:schemeClr val="tx1"/>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algn="just" rtl="0" fontAlgn="ctr"/>
                      <a:r>
                        <a:rPr lang="en-US" sz="900" b="0" kern="0">
                          <a:solidFill>
                            <a:srgbClr val="737373"/>
                          </a:solidFill>
                          <a:latin typeface="Codec Pro"/>
                          <a:ea typeface="+mn-ea"/>
                          <a:cs typeface="Arial" panose="020B0604020202020204" pitchFamily="34" charset="0"/>
                        </a:rPr>
                        <a:t>Track / EMU</a:t>
                      </a:r>
                      <a:endParaRPr lang="en-US" sz="900" b="0" kern="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2914501"/>
                  </a:ext>
                </a:extLst>
              </a:tr>
              <a:tr h="274320">
                <a:tc>
                  <a:txBody>
                    <a:bodyPr/>
                    <a:lstStyle/>
                    <a:p>
                      <a:pPr marL="45720" algn="l" rtl="0" fontAlgn="ctr"/>
                      <a:endParaRPr lang="en-US" sz="900" b="0" kern="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r>
                        <a:rPr lang="en-US" sz="900" b="0" kern="0">
                          <a:solidFill>
                            <a:schemeClr val="tx1"/>
                          </a:solidFill>
                          <a:latin typeface="Codec Pro"/>
                          <a:ea typeface="+mn-ea"/>
                          <a:cs typeface="Arial" panose="020B0604020202020204" pitchFamily="34" charset="0"/>
                        </a:rPr>
                        <a:t>Achievements and citations not collected in time to build content.</a:t>
                      </a:r>
                      <a:endParaRPr lang="en-US" sz="900" b="0" kern="0">
                        <a:solidFill>
                          <a:schemeClr val="tx1"/>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endParaRPr lang="en-US" sz="900" b="0" kern="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1" indent="-1588" algn="l" defTabSz="910453" rtl="0" eaLnBrk="1" fontAlgn="ctr" latinLnBrk="0" hangingPunct="1">
                        <a:lnSpc>
                          <a:spcPct val="100000"/>
                        </a:lnSpc>
                        <a:spcBef>
                          <a:spcPts val="0"/>
                        </a:spcBef>
                        <a:spcAft>
                          <a:spcPts val="0"/>
                        </a:spcAft>
                        <a:buClr>
                          <a:srgbClr val="335B74">
                            <a:lumMod val="100000"/>
                          </a:srgbClr>
                        </a:buClr>
                        <a:buSzPct val="100000"/>
                        <a:buFont typeface="Trebuchet MS" panose="020B0603020202020204" pitchFamily="34" charset="0"/>
                        <a:buNone/>
                        <a:tabLst/>
                        <a:defRPr/>
                      </a:pPr>
                      <a:r>
                        <a:rPr lang="en-US" sz="900" b="0" kern="0">
                          <a:solidFill>
                            <a:schemeClr val="tx1"/>
                          </a:solidFill>
                          <a:latin typeface="Codec Pro"/>
                          <a:ea typeface="+mn-ea"/>
                          <a:cs typeface="Arial" panose="020B0604020202020204" pitchFamily="34" charset="0"/>
                        </a:rPr>
                        <a:t>One collection request to Chapter leads and the Council, due 19/11 with planning.</a:t>
                      </a:r>
                      <a:endParaRPr lang="en-US" sz="900" b="0" kern="0">
                        <a:solidFill>
                          <a:schemeClr val="tx1"/>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0" lvl="0" indent="0" algn="l" defTabSz="914400" rtl="0" eaLnBrk="1" fontAlgn="ctr" latinLnBrk="0" hangingPunct="1">
                        <a:lnSpc>
                          <a:spcPct val="100000"/>
                        </a:lnSpc>
                        <a:spcBef>
                          <a:spcPts val="0"/>
                        </a:spcBef>
                        <a:spcAft>
                          <a:spcPts val="0"/>
                        </a:spcAft>
                        <a:buClrTx/>
                        <a:buSzTx/>
                        <a:buFontTx/>
                        <a:buNone/>
                        <a:tabLst/>
                        <a:defRPr/>
                      </a:pPr>
                      <a:r>
                        <a:rPr lang="en-US" sz="900" b="0" kern="0" dirty="0">
                          <a:solidFill>
                            <a:srgbClr val="737373"/>
                          </a:solidFill>
                          <a:latin typeface="Codec Pro"/>
                          <a:ea typeface="+mn-ea"/>
                          <a:cs typeface="Arial" panose="020B0604020202020204" pitchFamily="34" charset="0"/>
                        </a:rPr>
                        <a:t>Leadership Track</a:t>
                      </a:r>
                      <a:endParaRPr lang="en-US" sz="900" b="0" kern="0" dirty="0">
                        <a:solidFill>
                          <a:srgbClr val="737373"/>
                        </a:solidFill>
                        <a:latin typeface="Codec Pro"/>
                        <a:ea typeface="+mn-ea"/>
                        <a:cs typeface="Arial" panose="020B0604020202020204" pitchFamily="34" charset="0"/>
                      </a:endParaRP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412887"/>
                  </a:ext>
                </a:extLst>
              </a:tr>
            </a:tbl>
          </a:graphicData>
        </a:graphic>
      </p:graphicFrame>
      <p:sp>
        <p:nvSpPr>
          <p:cNvPr id="4" name="Google Shape;2350;p251">
            <a:extLst>
              <a:ext uri="{FF2B5EF4-FFF2-40B4-BE49-F238E27FC236}">
                <a16:creationId xmlns:a16="http://schemas.microsoft.com/office/drawing/2014/main" id="{327B22BF-02F9-A985-AA8E-31C16EE0D64C}"/>
              </a:ext>
            </a:extLst>
          </p:cNvPr>
          <p:cNvSpPr/>
          <p:nvPr/>
        </p:nvSpPr>
        <p:spPr>
          <a:xfrm>
            <a:off x="4936390" y="5280045"/>
            <a:ext cx="193411" cy="189330"/>
          </a:xfrm>
          <a:prstGeom prst="ellipse">
            <a:avLst/>
          </a:prstGeom>
          <a:solidFill>
            <a:srgbClr val="C00000"/>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Tx/>
              <a:buNone/>
              <a:tabLst/>
              <a:defRPr/>
            </a:pPr>
            <a:endParaRPr kumimoji="0" sz="800" b="0" i="0" u="none" strike="noStrike" kern="1200" cap="none" spc="0" normalizeH="0" baseline="0" noProof="0">
              <a:ln>
                <a:noFill/>
              </a:ln>
              <a:solidFill>
                <a:srgbClr val="FFFFFF"/>
              </a:solidFill>
              <a:effectLst/>
              <a:uLnTx/>
              <a:uFillTx/>
              <a:latin typeface="Codec Pro"/>
              <a:ea typeface="+mn-ea"/>
              <a:cs typeface="+mn-cs"/>
              <a:sym typeface="Trebuchet MS"/>
            </a:endParaRPr>
          </a:p>
        </p:txBody>
      </p:sp>
      <p:sp>
        <p:nvSpPr>
          <p:cNvPr id="5" name="Google Shape;2350;p251">
            <a:extLst>
              <a:ext uri="{FF2B5EF4-FFF2-40B4-BE49-F238E27FC236}">
                <a16:creationId xmlns:a16="http://schemas.microsoft.com/office/drawing/2014/main" id="{B6ED9843-29FC-8C61-1E40-157F83E40E24}"/>
              </a:ext>
            </a:extLst>
          </p:cNvPr>
          <p:cNvSpPr/>
          <p:nvPr/>
        </p:nvSpPr>
        <p:spPr>
          <a:xfrm>
            <a:off x="4936390" y="5533060"/>
            <a:ext cx="193411" cy="189330"/>
          </a:xfrm>
          <a:prstGeom prst="ellipse">
            <a:avLst/>
          </a:prstGeom>
          <a:solidFill>
            <a:srgbClr val="FFB500"/>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Tx/>
              <a:buNone/>
              <a:tabLst/>
              <a:defRPr/>
            </a:pPr>
            <a:endParaRPr kumimoji="0" sz="800" b="0" i="0" u="none" strike="noStrike" kern="1200" cap="none" spc="0" normalizeH="0" baseline="0" noProof="0">
              <a:ln>
                <a:noFill/>
              </a:ln>
              <a:solidFill>
                <a:srgbClr val="FFFFFF"/>
              </a:solidFill>
              <a:effectLst/>
              <a:uLnTx/>
              <a:uFillTx/>
              <a:latin typeface="Codec Pro"/>
              <a:ea typeface="+mn-ea"/>
              <a:cs typeface="+mn-cs"/>
              <a:sym typeface="Trebuchet MS"/>
            </a:endParaRPr>
          </a:p>
        </p:txBody>
      </p:sp>
      <p:sp>
        <p:nvSpPr>
          <p:cNvPr id="6" name="Google Shape;2362;p251">
            <a:extLst>
              <a:ext uri="{FF2B5EF4-FFF2-40B4-BE49-F238E27FC236}">
                <a16:creationId xmlns:a16="http://schemas.microsoft.com/office/drawing/2014/main" id="{A27C09BD-D84F-93B2-98F3-E5423AB1F0F1}"/>
              </a:ext>
            </a:extLst>
          </p:cNvPr>
          <p:cNvSpPr/>
          <p:nvPr/>
        </p:nvSpPr>
        <p:spPr>
          <a:xfrm>
            <a:off x="458834" y="5271856"/>
            <a:ext cx="186991" cy="183046"/>
          </a:xfrm>
          <a:prstGeom prst="ellipse">
            <a:avLst/>
          </a:prstGeom>
          <a:noFill/>
          <a:ln w="38100" cap="flat" cmpd="sng">
            <a:solidFill>
              <a:srgbClr val="FFC000"/>
            </a:solidFill>
            <a:prstDash val="solid"/>
            <a:miter lim="4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C000"/>
              </a:buClr>
              <a:buSzPts val="1600"/>
              <a:buFont typeface="Trebuchet MS"/>
              <a:buNone/>
              <a:tabLst/>
              <a:defRPr/>
            </a:pPr>
            <a:r>
              <a:rPr kumimoji="0" lang="en-US" sz="800" b="0" i="0" u="none" strike="noStrike" kern="1200" cap="none" spc="0" normalizeH="0" baseline="0" noProof="0">
                <a:ln>
                  <a:noFill/>
                </a:ln>
                <a:solidFill>
                  <a:srgbClr val="FFC000"/>
                </a:solidFill>
                <a:effectLst/>
                <a:uLnTx/>
                <a:uFillTx/>
                <a:latin typeface="Codec Pro"/>
                <a:ea typeface="Trebuchet MS"/>
                <a:cs typeface="Trebuchet MS"/>
                <a:sym typeface="Trebuchet MS"/>
              </a:rPr>
              <a:t>R</a:t>
            </a:r>
            <a:endParaRPr kumimoji="0" sz="800" b="0" i="0" u="none" strike="noStrike" kern="1200" cap="none" spc="0" normalizeH="0" baseline="0" noProof="0">
              <a:ln>
                <a:noFill/>
              </a:ln>
              <a:solidFill>
                <a:srgbClr val="000000"/>
              </a:solidFill>
              <a:effectLst/>
              <a:uLnTx/>
              <a:uFillTx/>
              <a:latin typeface="Codec Pro"/>
              <a:ea typeface="Arial"/>
              <a:cs typeface="Arial"/>
              <a:sym typeface="Arial"/>
            </a:endParaRPr>
          </a:p>
        </p:txBody>
      </p:sp>
      <p:sp>
        <p:nvSpPr>
          <p:cNvPr id="12" name="Google Shape;2348;p251">
            <a:extLst>
              <a:ext uri="{FF2B5EF4-FFF2-40B4-BE49-F238E27FC236}">
                <a16:creationId xmlns:a16="http://schemas.microsoft.com/office/drawing/2014/main" id="{0AD6933E-9B32-8DC9-97FE-DC8A1FBDEE94}"/>
              </a:ext>
            </a:extLst>
          </p:cNvPr>
          <p:cNvSpPr txBox="1"/>
          <p:nvPr/>
        </p:nvSpPr>
        <p:spPr>
          <a:xfrm>
            <a:off x="8203406" y="6457219"/>
            <a:ext cx="1056439" cy="175247"/>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Trebuchet MS"/>
              <a:buNone/>
              <a:tabLst/>
              <a:defRPr/>
            </a:pPr>
            <a:r>
              <a:rPr kumimoji="0" lang="en-US" sz="800" b="1" i="0" u="none" strike="noStrike" kern="1200" cap="none" spc="0" normalizeH="0" baseline="0" noProof="0">
                <a:ln>
                  <a:noFill/>
                </a:ln>
                <a:solidFill>
                  <a:srgbClr val="333333"/>
                </a:solidFill>
                <a:effectLst/>
                <a:uLnTx/>
                <a:uFillTx/>
                <a:latin typeface="Codec Pro"/>
                <a:ea typeface="Trebuchet MS"/>
                <a:cs typeface="Trebuchet MS"/>
                <a:sym typeface="Trebuchet MS"/>
              </a:rPr>
              <a:t>Severity:</a:t>
            </a:r>
            <a:endParaRPr kumimoji="0" sz="800" b="1" i="0" u="none" strike="noStrike" kern="1200" cap="none" spc="0" normalizeH="0" baseline="0" noProof="0">
              <a:ln>
                <a:noFill/>
              </a:ln>
              <a:solidFill>
                <a:srgbClr val="333333"/>
              </a:solidFill>
              <a:effectLst/>
              <a:uLnTx/>
              <a:uFillTx/>
              <a:latin typeface="Codec Pro"/>
              <a:ea typeface="Trebuchet MS"/>
              <a:cs typeface="Trebuchet MS"/>
              <a:sym typeface="Trebuchet MS"/>
            </a:endParaRPr>
          </a:p>
        </p:txBody>
      </p:sp>
      <p:grpSp>
        <p:nvGrpSpPr>
          <p:cNvPr id="13" name="Google Shape;2349;p251">
            <a:extLst>
              <a:ext uri="{FF2B5EF4-FFF2-40B4-BE49-F238E27FC236}">
                <a16:creationId xmlns:a16="http://schemas.microsoft.com/office/drawing/2014/main" id="{19714C98-361E-7114-1E87-AFA72E235973}"/>
              </a:ext>
            </a:extLst>
          </p:cNvPr>
          <p:cNvGrpSpPr/>
          <p:nvPr/>
        </p:nvGrpSpPr>
        <p:grpSpPr>
          <a:xfrm>
            <a:off x="9073408" y="6456693"/>
            <a:ext cx="2309601" cy="189330"/>
            <a:chOff x="13149709" y="10533274"/>
            <a:chExt cx="4367700" cy="365760"/>
          </a:xfrm>
        </p:grpSpPr>
        <p:sp>
          <p:nvSpPr>
            <p:cNvPr id="14" name="Google Shape;2350;p251">
              <a:extLst>
                <a:ext uri="{FF2B5EF4-FFF2-40B4-BE49-F238E27FC236}">
                  <a16:creationId xmlns:a16="http://schemas.microsoft.com/office/drawing/2014/main" id="{2796552D-5C84-642C-BFAA-BFD0939BC3C2}"/>
                </a:ext>
              </a:extLst>
            </p:cNvPr>
            <p:cNvSpPr/>
            <p:nvPr/>
          </p:nvSpPr>
          <p:spPr>
            <a:xfrm>
              <a:off x="13149709" y="10533274"/>
              <a:ext cx="365760" cy="365760"/>
            </a:xfrm>
            <a:prstGeom prst="ellipse">
              <a:avLst/>
            </a:prstGeom>
            <a:solidFill>
              <a:srgbClr val="488B48"/>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Helvetica Neue"/>
                <a:buNone/>
                <a:tabLst/>
                <a:defRPr/>
              </a:pPr>
              <a:endParaRPr kumimoji="0" sz="800" b="0" i="0" u="none" strike="noStrike" kern="1200" cap="none" spc="0" normalizeH="0" baseline="0" noProof="0">
                <a:ln>
                  <a:noFill/>
                </a:ln>
                <a:solidFill>
                  <a:srgbClr val="333333"/>
                </a:solidFill>
                <a:effectLst/>
                <a:uLnTx/>
                <a:uFillTx/>
                <a:latin typeface="Codec Pro"/>
                <a:ea typeface="Trebuchet MS"/>
                <a:cs typeface="Trebuchet MS"/>
                <a:sym typeface="Trebuchet MS"/>
              </a:endParaRPr>
            </a:p>
          </p:txBody>
        </p:sp>
        <p:sp>
          <p:nvSpPr>
            <p:cNvPr id="15" name="Google Shape;2351;p251">
              <a:extLst>
                <a:ext uri="{FF2B5EF4-FFF2-40B4-BE49-F238E27FC236}">
                  <a16:creationId xmlns:a16="http://schemas.microsoft.com/office/drawing/2014/main" id="{1A74B335-4197-173F-14E8-5B86FD2300DF}"/>
                </a:ext>
              </a:extLst>
            </p:cNvPr>
            <p:cNvSpPr txBox="1"/>
            <p:nvPr/>
          </p:nvSpPr>
          <p:spPr>
            <a:xfrm>
              <a:off x="13602691" y="10541748"/>
              <a:ext cx="790431" cy="348813"/>
            </a:xfrm>
            <a:prstGeom prst="rect">
              <a:avLst/>
            </a:prstGeom>
            <a:noFill/>
            <a:ln>
              <a:noFill/>
            </a:ln>
          </p:spPr>
          <p:txBody>
            <a:bodyPr spcFirstLastPara="1" wrap="square" lIns="50800" tIns="50800" rIns="50800" bIns="50800" anchor="ctr" anchorCtr="0">
              <a:noAutofit/>
            </a:bodyPr>
            <a:lstStyle/>
            <a:p>
              <a:pPr marL="0" marR="0" lvl="0" indent="0" algn="l" defTabSz="914400" rtl="0" eaLnBrk="1" fontAlgn="auto" latinLnBrk="0" hangingPunct="1">
                <a:lnSpc>
                  <a:spcPct val="100000"/>
                </a:lnSpc>
                <a:spcBef>
                  <a:spcPts val="0"/>
                </a:spcBef>
                <a:spcAft>
                  <a:spcPts val="0"/>
                </a:spcAft>
                <a:buClr>
                  <a:srgbClr val="5E5E5E"/>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Low</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sp>
          <p:nvSpPr>
            <p:cNvPr id="16" name="Google Shape;2352;p251">
              <a:extLst>
                <a:ext uri="{FF2B5EF4-FFF2-40B4-BE49-F238E27FC236}">
                  <a16:creationId xmlns:a16="http://schemas.microsoft.com/office/drawing/2014/main" id="{B6FD4EA1-FD4F-736E-F9D6-1A3396D96E59}"/>
                </a:ext>
              </a:extLst>
            </p:cNvPr>
            <p:cNvSpPr/>
            <p:nvPr/>
          </p:nvSpPr>
          <p:spPr>
            <a:xfrm>
              <a:off x="14480341" y="10533274"/>
              <a:ext cx="365760" cy="365760"/>
            </a:xfrm>
            <a:prstGeom prst="ellipse">
              <a:avLst/>
            </a:prstGeom>
            <a:solidFill>
              <a:srgbClr val="FFC000"/>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Helvetica Neue"/>
                <a:buNone/>
                <a:tabLst/>
                <a:defRPr/>
              </a:pPr>
              <a:endParaRPr kumimoji="0" sz="800" b="0" i="0" u="none" strike="noStrike" kern="1200" cap="none" spc="0" normalizeH="0" baseline="0" noProof="0">
                <a:ln>
                  <a:noFill/>
                </a:ln>
                <a:solidFill>
                  <a:srgbClr val="333333"/>
                </a:solidFill>
                <a:effectLst/>
                <a:uLnTx/>
                <a:uFillTx/>
                <a:latin typeface="Codec Pro"/>
                <a:ea typeface="Trebuchet MS"/>
                <a:cs typeface="Trebuchet MS"/>
                <a:sym typeface="Trebuchet MS"/>
              </a:endParaRPr>
            </a:p>
          </p:txBody>
        </p:sp>
        <p:sp>
          <p:nvSpPr>
            <p:cNvPr id="17" name="Google Shape;2353;p251">
              <a:extLst>
                <a:ext uri="{FF2B5EF4-FFF2-40B4-BE49-F238E27FC236}">
                  <a16:creationId xmlns:a16="http://schemas.microsoft.com/office/drawing/2014/main" id="{CBDC06E6-DFE8-E0AC-6400-F78A05090450}"/>
                </a:ext>
              </a:extLst>
            </p:cNvPr>
            <p:cNvSpPr txBox="1"/>
            <p:nvPr/>
          </p:nvSpPr>
          <p:spPr>
            <a:xfrm>
              <a:off x="14933320" y="10541748"/>
              <a:ext cx="1004372" cy="348813"/>
            </a:xfrm>
            <a:prstGeom prst="rect">
              <a:avLst/>
            </a:prstGeom>
            <a:noFill/>
            <a:ln>
              <a:noFill/>
            </a:ln>
          </p:spPr>
          <p:txBody>
            <a:bodyPr spcFirstLastPara="1" wrap="square" lIns="50800" tIns="50800" rIns="50800" bIns="50800" anchor="ctr" anchorCtr="0">
              <a:noAutofit/>
            </a:bodyPr>
            <a:lstStyle/>
            <a:p>
              <a:pPr marL="0" marR="0" lvl="0" indent="0" algn="l" defTabSz="914400" rtl="0" eaLnBrk="1" fontAlgn="auto" latinLnBrk="0" hangingPunct="1">
                <a:lnSpc>
                  <a:spcPct val="100000"/>
                </a:lnSpc>
                <a:spcBef>
                  <a:spcPts val="0"/>
                </a:spcBef>
                <a:spcAft>
                  <a:spcPts val="0"/>
                </a:spcAft>
                <a:buClr>
                  <a:srgbClr val="5E5E5E"/>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Medium</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sp>
          <p:nvSpPr>
            <p:cNvPr id="18" name="Google Shape;2354;p251">
              <a:extLst>
                <a:ext uri="{FF2B5EF4-FFF2-40B4-BE49-F238E27FC236}">
                  <a16:creationId xmlns:a16="http://schemas.microsoft.com/office/drawing/2014/main" id="{66426795-5760-F23B-4406-C2C9BA8C7983}"/>
                </a:ext>
              </a:extLst>
            </p:cNvPr>
            <p:cNvSpPr/>
            <p:nvPr/>
          </p:nvSpPr>
          <p:spPr>
            <a:xfrm>
              <a:off x="16049870" y="10533274"/>
              <a:ext cx="365760" cy="365760"/>
            </a:xfrm>
            <a:prstGeom prst="ellipse">
              <a:avLst/>
            </a:prstGeom>
            <a:solidFill>
              <a:srgbClr val="C00000"/>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Helvetica Neue"/>
                <a:buNone/>
                <a:tabLst/>
                <a:defRPr/>
              </a:pPr>
              <a:endParaRPr kumimoji="0" sz="800" b="0" i="0" u="none" strike="noStrike" kern="1200" cap="none" spc="0" normalizeH="0" baseline="0" noProof="0">
                <a:ln>
                  <a:noFill/>
                </a:ln>
                <a:solidFill>
                  <a:srgbClr val="333333"/>
                </a:solidFill>
                <a:effectLst/>
                <a:uLnTx/>
                <a:uFillTx/>
                <a:latin typeface="Codec Pro"/>
                <a:ea typeface="Trebuchet MS"/>
                <a:cs typeface="Trebuchet MS"/>
                <a:sym typeface="Trebuchet MS"/>
              </a:endParaRPr>
            </a:p>
          </p:txBody>
        </p:sp>
        <p:sp>
          <p:nvSpPr>
            <p:cNvPr id="19" name="Google Shape;2355;p251">
              <a:extLst>
                <a:ext uri="{FF2B5EF4-FFF2-40B4-BE49-F238E27FC236}">
                  <a16:creationId xmlns:a16="http://schemas.microsoft.com/office/drawing/2014/main" id="{061117D2-86B3-49BB-6F87-118D2F302733}"/>
                </a:ext>
              </a:extLst>
            </p:cNvPr>
            <p:cNvSpPr txBox="1"/>
            <p:nvPr/>
          </p:nvSpPr>
          <p:spPr>
            <a:xfrm>
              <a:off x="16513038" y="10541748"/>
              <a:ext cx="1004372" cy="348813"/>
            </a:xfrm>
            <a:prstGeom prst="rect">
              <a:avLst/>
            </a:prstGeom>
            <a:noFill/>
            <a:ln>
              <a:noFill/>
            </a:ln>
          </p:spPr>
          <p:txBody>
            <a:bodyPr spcFirstLastPara="1" wrap="square" lIns="50800" tIns="50800" rIns="50800" bIns="50800" anchor="ctr" anchorCtr="0">
              <a:noAutofit/>
            </a:bodyPr>
            <a:lstStyle/>
            <a:p>
              <a:pPr marL="0" marR="0" lvl="0" indent="0" algn="l" defTabSz="914400" rtl="0" eaLnBrk="1" fontAlgn="auto" latinLnBrk="0" hangingPunct="1">
                <a:lnSpc>
                  <a:spcPct val="100000"/>
                </a:lnSpc>
                <a:spcBef>
                  <a:spcPts val="0"/>
                </a:spcBef>
                <a:spcAft>
                  <a:spcPts val="0"/>
                </a:spcAft>
                <a:buClr>
                  <a:srgbClr val="5E5E5E"/>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High</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grpSp>
      <p:cxnSp>
        <p:nvCxnSpPr>
          <p:cNvPr id="20" name="Google Shape;2356;p251">
            <a:extLst>
              <a:ext uri="{FF2B5EF4-FFF2-40B4-BE49-F238E27FC236}">
                <a16:creationId xmlns:a16="http://schemas.microsoft.com/office/drawing/2014/main" id="{52876357-3E79-01F8-990F-23A28784AEB9}"/>
              </a:ext>
            </a:extLst>
          </p:cNvPr>
          <p:cNvCxnSpPr/>
          <p:nvPr/>
        </p:nvCxnSpPr>
        <p:spPr>
          <a:xfrm>
            <a:off x="8416766" y="6479027"/>
            <a:ext cx="0" cy="189330"/>
          </a:xfrm>
          <a:prstGeom prst="straightConnector1">
            <a:avLst/>
          </a:prstGeom>
          <a:noFill/>
          <a:ln w="25400" cap="flat" cmpd="sng">
            <a:solidFill>
              <a:schemeClr val="bg1">
                <a:lumMod val="95000"/>
              </a:schemeClr>
            </a:solidFill>
            <a:prstDash val="solid"/>
            <a:miter lim="400000"/>
            <a:headEnd type="none" w="sm" len="sm"/>
            <a:tailEnd type="none" w="sm" len="sm"/>
          </a:ln>
        </p:spPr>
      </p:cxnSp>
      <p:sp>
        <p:nvSpPr>
          <p:cNvPr id="21" name="Google Shape;2357;p251">
            <a:extLst>
              <a:ext uri="{FF2B5EF4-FFF2-40B4-BE49-F238E27FC236}">
                <a16:creationId xmlns:a16="http://schemas.microsoft.com/office/drawing/2014/main" id="{84618DD9-2059-D721-2BDC-BA9BFE27A6C1}"/>
              </a:ext>
            </a:extLst>
          </p:cNvPr>
          <p:cNvSpPr txBox="1"/>
          <p:nvPr/>
        </p:nvSpPr>
        <p:spPr>
          <a:xfrm>
            <a:off x="7278343" y="6465465"/>
            <a:ext cx="417973" cy="180557"/>
          </a:xfrm>
          <a:prstGeom prst="rect">
            <a:avLst/>
          </a:prstGeom>
          <a:noFill/>
          <a:ln>
            <a:noFill/>
          </a:ln>
        </p:spPr>
        <p:txBody>
          <a:bodyPr spcFirstLastPara="1" wrap="square" lIns="50800" tIns="50800" rIns="50800" bIns="50800" anchor="ctr" anchorCtr="0">
            <a:noAutofit/>
          </a:bodyPr>
          <a:lstStyle/>
          <a:p>
            <a:pPr marL="0" marR="0" lvl="0" indent="0" algn="l" defTabSz="914400" rtl="0" eaLnBrk="1" fontAlgn="auto" latinLnBrk="0" hangingPunct="1">
              <a:lnSpc>
                <a:spcPct val="100000"/>
              </a:lnSpc>
              <a:spcBef>
                <a:spcPts val="0"/>
              </a:spcBef>
              <a:spcAft>
                <a:spcPts val="0"/>
              </a:spcAft>
              <a:buClr>
                <a:srgbClr val="5E5E5E"/>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Risk</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sp>
        <p:nvSpPr>
          <p:cNvPr id="22" name="Google Shape;2358;p251">
            <a:extLst>
              <a:ext uri="{FF2B5EF4-FFF2-40B4-BE49-F238E27FC236}">
                <a16:creationId xmlns:a16="http://schemas.microsoft.com/office/drawing/2014/main" id="{D57A5795-EB19-E082-79B8-A229C2CA482B}"/>
              </a:ext>
            </a:extLst>
          </p:cNvPr>
          <p:cNvSpPr txBox="1"/>
          <p:nvPr/>
        </p:nvSpPr>
        <p:spPr>
          <a:xfrm>
            <a:off x="7952261" y="6461079"/>
            <a:ext cx="531103" cy="180557"/>
          </a:xfrm>
          <a:prstGeom prst="rect">
            <a:avLst/>
          </a:prstGeom>
          <a:noFill/>
          <a:ln>
            <a:noFill/>
          </a:ln>
        </p:spPr>
        <p:txBody>
          <a:bodyPr spcFirstLastPara="1" wrap="square" lIns="50800" tIns="50800" rIns="50800" bIns="50800" anchor="ctr" anchorCtr="0">
            <a:noAutofit/>
          </a:bodyPr>
          <a:lstStyle/>
          <a:p>
            <a:pPr marL="0" marR="0" lvl="0" indent="0" algn="l" defTabSz="914400" rtl="0" eaLnBrk="1" fontAlgn="auto" latinLnBrk="0" hangingPunct="1">
              <a:lnSpc>
                <a:spcPct val="100000"/>
              </a:lnSpc>
              <a:spcBef>
                <a:spcPts val="0"/>
              </a:spcBef>
              <a:spcAft>
                <a:spcPts val="0"/>
              </a:spcAft>
              <a:buClr>
                <a:srgbClr val="5E5E5E"/>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Issue</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pic>
        <p:nvPicPr>
          <p:cNvPr id="23" name="Google Shape;2360;p251" descr="نتيجة بحث الصور عن ‪issue icon png‬‏">
            <a:extLst>
              <a:ext uri="{FF2B5EF4-FFF2-40B4-BE49-F238E27FC236}">
                <a16:creationId xmlns:a16="http://schemas.microsoft.com/office/drawing/2014/main" id="{24387760-F948-A28C-266C-1E8ABAB6BB1A}"/>
              </a:ext>
            </a:extLst>
          </p:cNvPr>
          <p:cNvPicPr preferRelativeResize="0"/>
          <p:nvPr/>
        </p:nvPicPr>
        <p:blipFill rotWithShape="1">
          <a:blip r:embed="rId3">
            <a:alphaModFix/>
          </a:blip>
          <a:srcRect/>
          <a:stretch/>
        </p:blipFill>
        <p:spPr>
          <a:xfrm>
            <a:off x="7722069" y="6436671"/>
            <a:ext cx="241763" cy="236662"/>
          </a:xfrm>
          <a:prstGeom prst="rect">
            <a:avLst/>
          </a:prstGeom>
          <a:noFill/>
          <a:ln>
            <a:noFill/>
          </a:ln>
        </p:spPr>
      </p:pic>
      <p:sp>
        <p:nvSpPr>
          <p:cNvPr id="24" name="Google Shape;2362;p251">
            <a:extLst>
              <a:ext uri="{FF2B5EF4-FFF2-40B4-BE49-F238E27FC236}">
                <a16:creationId xmlns:a16="http://schemas.microsoft.com/office/drawing/2014/main" id="{F3960244-9349-1281-5182-52CC8CB336AF}"/>
              </a:ext>
            </a:extLst>
          </p:cNvPr>
          <p:cNvSpPr/>
          <p:nvPr/>
        </p:nvSpPr>
        <p:spPr>
          <a:xfrm>
            <a:off x="7032858" y="6469562"/>
            <a:ext cx="186991" cy="183046"/>
          </a:xfrm>
          <a:prstGeom prst="ellipse">
            <a:avLst/>
          </a:prstGeom>
          <a:noFill/>
          <a:ln w="38100" cap="flat" cmpd="sng">
            <a:solidFill>
              <a:srgbClr val="FFC000"/>
            </a:solidFill>
            <a:prstDash val="solid"/>
            <a:miter lim="4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C000"/>
              </a:buClr>
              <a:buSzPts val="1600"/>
              <a:buFont typeface="Trebuchet MS"/>
              <a:buNone/>
              <a:tabLst/>
              <a:defRPr/>
            </a:pPr>
            <a:r>
              <a:rPr kumimoji="0" lang="en-US" sz="800" b="0" i="0" u="none" strike="noStrike" kern="1200" cap="none" spc="0" normalizeH="0" baseline="0" noProof="0">
                <a:ln>
                  <a:noFill/>
                </a:ln>
                <a:solidFill>
                  <a:srgbClr val="333333"/>
                </a:solidFill>
                <a:effectLst/>
                <a:uLnTx/>
                <a:uFillTx/>
                <a:latin typeface="Codec Pro"/>
                <a:ea typeface="Trebuchet MS"/>
                <a:cs typeface="Trebuchet MS"/>
                <a:sym typeface="Trebuchet MS"/>
              </a:rPr>
              <a:t>R</a:t>
            </a:r>
            <a:endParaRPr kumimoji="0" sz="800" b="0" i="0" u="none" strike="noStrike" kern="1200" cap="none" spc="0" normalizeH="0" baseline="0" noProof="0">
              <a:ln>
                <a:noFill/>
              </a:ln>
              <a:solidFill>
                <a:srgbClr val="333333"/>
              </a:solidFill>
              <a:effectLst/>
              <a:uLnTx/>
              <a:uFillTx/>
              <a:latin typeface="Codec Pro"/>
              <a:ea typeface="Arial"/>
              <a:cs typeface="Arial"/>
              <a:sym typeface="Arial"/>
            </a:endParaRPr>
          </a:p>
        </p:txBody>
      </p:sp>
      <p:graphicFrame>
        <p:nvGraphicFramePr>
          <p:cNvPr id="28" name="Table 12">
            <a:extLst>
              <a:ext uri="{FF2B5EF4-FFF2-40B4-BE49-F238E27FC236}">
                <a16:creationId xmlns:a16="http://schemas.microsoft.com/office/drawing/2014/main" id="{85448902-690F-F965-144F-16A1E7522E17}"/>
              </a:ext>
            </a:extLst>
          </p:cNvPr>
          <p:cNvGraphicFramePr>
            <a:graphicFrameLocks noGrp="1"/>
          </p:cNvGraphicFramePr>
          <p:nvPr>
            <p:extLst>
              <p:ext uri="{D42A27DB-BD31-4B8C-83A1-F6EECF244321}">
                <p14:modId xmlns:p14="http://schemas.microsoft.com/office/powerpoint/2010/main" val="2092913481"/>
              </p:ext>
            </p:extLst>
          </p:nvPr>
        </p:nvGraphicFramePr>
        <p:xfrm>
          <a:off x="6158495" y="3239872"/>
          <a:ext cx="4086270" cy="1392628"/>
        </p:xfrm>
        <a:graphic>
          <a:graphicData uri="http://schemas.openxmlformats.org/drawingml/2006/table">
            <a:tbl>
              <a:tblPr firstRow="1" bandRow="1">
                <a:tableStyleId>{5C22544A-7EE6-4342-B048-85BDC9FD1C3A}</a:tableStyleId>
              </a:tblPr>
              <a:tblGrid>
                <a:gridCol w="1130867">
                  <a:extLst>
                    <a:ext uri="{9D8B030D-6E8A-4147-A177-3AD203B41FA5}">
                      <a16:colId xmlns:a16="http://schemas.microsoft.com/office/drawing/2014/main" val="1392006348"/>
                    </a:ext>
                  </a:extLst>
                </a:gridCol>
                <a:gridCol w="503641">
                  <a:extLst>
                    <a:ext uri="{9D8B030D-6E8A-4147-A177-3AD203B41FA5}">
                      <a16:colId xmlns:a16="http://schemas.microsoft.com/office/drawing/2014/main" val="3767880861"/>
                    </a:ext>
                  </a:extLst>
                </a:gridCol>
                <a:gridCol w="817254">
                  <a:extLst>
                    <a:ext uri="{9D8B030D-6E8A-4147-A177-3AD203B41FA5}">
                      <a16:colId xmlns:a16="http://schemas.microsoft.com/office/drawing/2014/main" val="2182034839"/>
                    </a:ext>
                  </a:extLst>
                </a:gridCol>
                <a:gridCol w="1090334">
                  <a:extLst>
                    <a:ext uri="{9D8B030D-6E8A-4147-A177-3AD203B41FA5}">
                      <a16:colId xmlns:a16="http://schemas.microsoft.com/office/drawing/2014/main" val="1346032612"/>
                    </a:ext>
                  </a:extLst>
                </a:gridCol>
                <a:gridCol w="544174">
                  <a:extLst>
                    <a:ext uri="{9D8B030D-6E8A-4147-A177-3AD203B41FA5}">
                      <a16:colId xmlns:a16="http://schemas.microsoft.com/office/drawing/2014/main" val="2116001771"/>
                    </a:ext>
                  </a:extLst>
                </a:gridCol>
              </a:tblGrid>
              <a:tr h="254386">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Level of Attendees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56312351"/>
                  </a:ext>
                </a:extLst>
              </a:tr>
              <a:tr h="493809">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Royal Highness, Highnesses and Excellencies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Key CEOs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Partners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Beneficiaries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dirty="0">
                          <a:solidFill>
                            <a:schemeClr val="bg1"/>
                          </a:solidFill>
                          <a:effectLst/>
                          <a:latin typeface="Codec Pro"/>
                          <a:ea typeface="+mn-ea"/>
                          <a:cs typeface="Arial" panose="020B0604020202020204" pitchFamily="34" charset="0"/>
                        </a:rPr>
                        <a:t>Public</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extLst>
                  <a:ext uri="{0D108BD9-81ED-4DB2-BD59-A6C34878D82A}">
                    <a16:rowId xmlns:a16="http://schemas.microsoft.com/office/drawing/2014/main" val="3881487069"/>
                  </a:ext>
                </a:extLst>
              </a:tr>
              <a:tr h="630628">
                <a:tc>
                  <a:txBody>
                    <a:bodyPr/>
                    <a:lstStyle/>
                    <a:p>
                      <a:pPr marL="0" lvl="1"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155575" lvl="1" indent="-155575"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endParaRPr lang="en-US" sz="800" b="0" i="0" u="none" strike="noStrike" kern="1200" spc="0" dirty="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endParaRPr lang="en-US" sz="800" b="0" i="0" u="none" strike="noStrike" kern="1200" spc="0" dirty="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84301157"/>
                  </a:ext>
                </a:extLst>
              </a:tr>
            </a:tbl>
          </a:graphicData>
        </a:graphic>
      </p:graphicFrame>
      <p:pic>
        <p:nvPicPr>
          <p:cNvPr id="31" name="Picture 30" descr="A black background with a black square&#10;&#10;Description automatically generated with medium confidence">
            <a:extLst>
              <a:ext uri="{FF2B5EF4-FFF2-40B4-BE49-F238E27FC236}">
                <a16:creationId xmlns:a16="http://schemas.microsoft.com/office/drawing/2014/main" id="{3F7479C4-B51C-4D45-0E69-3B54B94A8E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64470" y="4196048"/>
            <a:ext cx="274320" cy="274320"/>
          </a:xfrm>
          <a:prstGeom prst="rect">
            <a:avLst/>
          </a:prstGeom>
        </p:spPr>
      </p:pic>
      <p:pic>
        <p:nvPicPr>
          <p:cNvPr id="32" name="Picture 31" descr="A black background with a black square&#10;&#10;Description automatically generated with medium confidence">
            <a:extLst>
              <a:ext uri="{FF2B5EF4-FFF2-40B4-BE49-F238E27FC236}">
                <a16:creationId xmlns:a16="http://schemas.microsoft.com/office/drawing/2014/main" id="{3F0EB1DC-D32A-7879-84ED-34A211AC0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4434" y="4196048"/>
            <a:ext cx="274320" cy="274320"/>
          </a:xfrm>
          <a:prstGeom prst="rect">
            <a:avLst/>
          </a:prstGeom>
        </p:spPr>
      </p:pic>
      <p:pic>
        <p:nvPicPr>
          <p:cNvPr id="34" name="Picture 33" descr="A black background with a black square&#10;&#10;Description automatically generated with medium confidence">
            <a:extLst>
              <a:ext uri="{FF2B5EF4-FFF2-40B4-BE49-F238E27FC236}">
                <a16:creationId xmlns:a16="http://schemas.microsoft.com/office/drawing/2014/main" id="{4EE8DCFE-5091-AE8C-517C-0F9D9A890F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6454" y="4196048"/>
            <a:ext cx="274320" cy="274320"/>
          </a:xfrm>
          <a:prstGeom prst="rect">
            <a:avLst/>
          </a:prstGeom>
        </p:spPr>
      </p:pic>
      <p:graphicFrame>
        <p:nvGraphicFramePr>
          <p:cNvPr id="8" name="Table 12">
            <a:extLst>
              <a:ext uri="{FF2B5EF4-FFF2-40B4-BE49-F238E27FC236}">
                <a16:creationId xmlns:a16="http://schemas.microsoft.com/office/drawing/2014/main" id="{EBBA1A39-A3B0-16A3-5E4F-1F54FB906E96}"/>
              </a:ext>
            </a:extLst>
          </p:cNvPr>
          <p:cNvGraphicFramePr>
            <a:graphicFrameLocks noGrp="1"/>
          </p:cNvGraphicFramePr>
          <p:nvPr>
            <p:extLst>
              <p:ext uri="{D42A27DB-BD31-4B8C-83A1-F6EECF244321}">
                <p14:modId xmlns:p14="http://schemas.microsoft.com/office/powerpoint/2010/main" val="4030191573"/>
              </p:ext>
            </p:extLst>
          </p:nvPr>
        </p:nvGraphicFramePr>
        <p:xfrm>
          <a:off x="10282117" y="3248268"/>
          <a:ext cx="1505415" cy="1373610"/>
        </p:xfrm>
        <a:graphic>
          <a:graphicData uri="http://schemas.openxmlformats.org/drawingml/2006/table">
            <a:tbl>
              <a:tblPr firstRow="1" bandRow="1">
                <a:tableStyleId>{5C22544A-7EE6-4342-B048-85BDC9FD1C3A}</a:tableStyleId>
              </a:tblPr>
              <a:tblGrid>
                <a:gridCol w="809953">
                  <a:extLst>
                    <a:ext uri="{9D8B030D-6E8A-4147-A177-3AD203B41FA5}">
                      <a16:colId xmlns:a16="http://schemas.microsoft.com/office/drawing/2014/main" val="1392006348"/>
                    </a:ext>
                  </a:extLst>
                </a:gridCol>
                <a:gridCol w="695462">
                  <a:extLst>
                    <a:ext uri="{9D8B030D-6E8A-4147-A177-3AD203B41FA5}">
                      <a16:colId xmlns:a16="http://schemas.microsoft.com/office/drawing/2014/main" val="3767880861"/>
                    </a:ext>
                  </a:extLst>
                </a:gridCol>
              </a:tblGrid>
              <a:tr h="25589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white"/>
                          </a:solidFill>
                          <a:effectLst/>
                          <a:uLnTx/>
                          <a:uFillTx/>
                          <a:latin typeface="Codec Pro"/>
                          <a:ea typeface="+mn-ea"/>
                          <a:cs typeface="Arial" panose="020B0604020202020204" pitchFamily="34" charset="0"/>
                        </a:rPr>
                        <a:t>CEO / DCEO Required?</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56312351"/>
                  </a:ext>
                </a:extLst>
              </a:tr>
              <a:tr h="480157">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a:solidFill>
                            <a:schemeClr val="bg1"/>
                          </a:solidFill>
                          <a:effectLst/>
                          <a:latin typeface="Codec Pro"/>
                          <a:ea typeface="+mn-ea"/>
                          <a:cs typeface="Arial" panose="020B0604020202020204" pitchFamily="34" charset="0"/>
                        </a:rPr>
                        <a:t>CEO</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tc>
                  <a:txBody>
                    <a:bodyPr/>
                    <a:lstStyle/>
                    <a:p>
                      <a:pPr marL="72000" lvl="1" indent="0" algn="ctr"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r>
                        <a:rPr lang="en-US" sz="900" b="0" i="0" u="none" strike="noStrike" kern="1200" spc="0" dirty="0">
                          <a:solidFill>
                            <a:schemeClr val="bg1"/>
                          </a:solidFill>
                          <a:effectLst/>
                          <a:latin typeface="Codec Pro"/>
                          <a:ea typeface="+mn-ea"/>
                          <a:cs typeface="Arial" panose="020B0604020202020204" pitchFamily="34" charset="0"/>
                        </a:rPr>
                        <a:t>DCEO</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34B78F"/>
                    </a:solidFill>
                  </a:tcPr>
                </a:tc>
                <a:extLst>
                  <a:ext uri="{0D108BD9-81ED-4DB2-BD59-A6C34878D82A}">
                    <a16:rowId xmlns:a16="http://schemas.microsoft.com/office/drawing/2014/main" val="3881487069"/>
                  </a:ext>
                </a:extLst>
              </a:tr>
              <a:tr h="634373">
                <a:tc>
                  <a:txBody>
                    <a:bodyPr/>
                    <a:lstStyle/>
                    <a:p>
                      <a:pPr marL="0" lvl="1" indent="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None/>
                      </a:pPr>
                      <a:endParaRPr lang="en-US" sz="800" b="0" i="0" u="none" strike="noStrike" kern="1200" spc="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216000" lvl="1" indent="-144000" algn="l" defTabSz="914400" rtl="0" eaLnBrk="1" fontAlgn="ctr" latinLnBrk="0" hangingPunct="1">
                        <a:lnSpc>
                          <a:spcPct val="100000"/>
                        </a:lnSpc>
                        <a:spcBef>
                          <a:spcPts val="0"/>
                        </a:spcBef>
                        <a:spcAft>
                          <a:spcPts val="0"/>
                        </a:spcAft>
                        <a:buClr>
                          <a:srgbClr val="737373"/>
                        </a:buClr>
                        <a:buSzPct val="100000"/>
                        <a:buFont typeface="Trebuchet MS" panose="020B0603020202020204" pitchFamily="34" charset="0"/>
                        <a:buChar char="•"/>
                      </a:pPr>
                      <a:endParaRPr lang="en-US" sz="800" b="0" i="0" u="none" strike="noStrike" kern="1200" spc="0" dirty="0">
                        <a:solidFill>
                          <a:srgbClr val="585858"/>
                        </a:solidFill>
                        <a:effectLst/>
                        <a:latin typeface="Codec Pro"/>
                        <a:ea typeface="+mn-ea"/>
                        <a:cs typeface="Arial" panose="020B0604020202020204" pitchFamily="34"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84301157"/>
                  </a:ext>
                </a:extLst>
              </a:tr>
            </a:tbl>
          </a:graphicData>
        </a:graphic>
      </p:graphicFrame>
      <p:pic>
        <p:nvPicPr>
          <p:cNvPr id="9" name="Picture 8" descr="A black background with a black square&#10;&#10;Description automatically generated with medium confidence">
            <a:extLst>
              <a:ext uri="{FF2B5EF4-FFF2-40B4-BE49-F238E27FC236}">
                <a16:creationId xmlns:a16="http://schemas.microsoft.com/office/drawing/2014/main" id="{A1EE27A3-AFB2-75DF-A7BA-BDAA7DA9E4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8492" y="4196048"/>
            <a:ext cx="274320" cy="274320"/>
          </a:xfrm>
          <a:prstGeom prst="rect">
            <a:avLst/>
          </a:prstGeom>
        </p:spPr>
      </p:pic>
      <p:sp>
        <p:nvSpPr>
          <p:cNvPr id="26" name="Rectangle 25">
            <a:extLst>
              <a:ext uri="{FF2B5EF4-FFF2-40B4-BE49-F238E27FC236}">
                <a16:creationId xmlns:a16="http://schemas.microsoft.com/office/drawing/2014/main" id="{08D694EF-5534-2EA0-AD1D-734F8DDE4DB8}"/>
              </a:ext>
            </a:extLst>
          </p:cNvPr>
          <p:cNvSpPr/>
          <p:nvPr/>
        </p:nvSpPr>
        <p:spPr>
          <a:xfrm>
            <a:off x="8181474" y="105878"/>
            <a:ext cx="375385" cy="169794"/>
          </a:xfrm>
          <a:prstGeom prst="rect">
            <a:avLst/>
          </a:prstGeom>
          <a:solidFill>
            <a:srgbClr val="34B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Rectangle 34">
            <a:extLst>
              <a:ext uri="{FF2B5EF4-FFF2-40B4-BE49-F238E27FC236}">
                <a16:creationId xmlns:a16="http://schemas.microsoft.com/office/drawing/2014/main" id="{274E248F-BCCD-45FC-8536-685821114D1D}"/>
              </a:ext>
            </a:extLst>
          </p:cNvPr>
          <p:cNvSpPr/>
          <p:nvPr/>
        </p:nvSpPr>
        <p:spPr>
          <a:xfrm>
            <a:off x="8181474" y="346499"/>
            <a:ext cx="375385" cy="1697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TextBox 8">
            <a:extLst>
              <a:ext uri="{FF2B5EF4-FFF2-40B4-BE49-F238E27FC236}">
                <a16:creationId xmlns:a16="http://schemas.microsoft.com/office/drawing/2014/main" id="{8E52DE5B-4978-5AAD-6803-E8A2CDE821C6}"/>
              </a:ext>
            </a:extLst>
          </p:cNvPr>
          <p:cNvSpPr txBox="1"/>
          <p:nvPr/>
        </p:nvSpPr>
        <p:spPr>
          <a:xfrm>
            <a:off x="8556859" y="66387"/>
            <a:ext cx="1055097"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Filled by track</a:t>
            </a:r>
          </a:p>
        </p:txBody>
      </p:sp>
      <p:sp>
        <p:nvSpPr>
          <p:cNvPr id="39" name="TextBox 9">
            <a:extLst>
              <a:ext uri="{FF2B5EF4-FFF2-40B4-BE49-F238E27FC236}">
                <a16:creationId xmlns:a16="http://schemas.microsoft.com/office/drawing/2014/main" id="{B2672EF5-6793-D2D8-B23A-AD9E88688924}"/>
              </a:ext>
            </a:extLst>
          </p:cNvPr>
          <p:cNvSpPr txBox="1"/>
          <p:nvPr/>
        </p:nvSpPr>
        <p:spPr>
          <a:xfrm>
            <a:off x="8556859" y="304438"/>
            <a:ext cx="2279791"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Collaborative, initially filled by track</a:t>
            </a:r>
          </a:p>
        </p:txBody>
      </p:sp>
      <p:sp>
        <p:nvSpPr>
          <p:cNvPr id="41" name="TextBox 10">
            <a:extLst>
              <a:ext uri="{FF2B5EF4-FFF2-40B4-BE49-F238E27FC236}">
                <a16:creationId xmlns:a16="http://schemas.microsoft.com/office/drawing/2014/main" id="{D2167636-85D6-477A-602C-8E250512B02A}"/>
              </a:ext>
            </a:extLst>
          </p:cNvPr>
          <p:cNvSpPr txBox="1"/>
          <p:nvPr/>
        </p:nvSpPr>
        <p:spPr>
          <a:xfrm>
            <a:off x="8556859" y="544309"/>
            <a:ext cx="1122423"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Filled by events</a:t>
            </a:r>
          </a:p>
        </p:txBody>
      </p:sp>
      <p:sp>
        <p:nvSpPr>
          <p:cNvPr id="43" name="Rectangle 42">
            <a:extLst>
              <a:ext uri="{FF2B5EF4-FFF2-40B4-BE49-F238E27FC236}">
                <a16:creationId xmlns:a16="http://schemas.microsoft.com/office/drawing/2014/main" id="{813297C5-7718-5591-A473-21B6A5E27ABE}"/>
              </a:ext>
            </a:extLst>
          </p:cNvPr>
          <p:cNvSpPr/>
          <p:nvPr/>
        </p:nvSpPr>
        <p:spPr>
          <a:xfrm>
            <a:off x="8181474" y="587120"/>
            <a:ext cx="375385" cy="169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8" name="Table 37">
            <a:extLst>
              <a:ext uri="{FF2B5EF4-FFF2-40B4-BE49-F238E27FC236}">
                <a16:creationId xmlns:a16="http://schemas.microsoft.com/office/drawing/2014/main" id="{164F1AE6-1D08-3C78-A650-3A730353ACF7}"/>
              </a:ext>
            </a:extLst>
          </p:cNvPr>
          <p:cNvGraphicFramePr>
            <a:graphicFrameLocks noGrp="1"/>
          </p:cNvGraphicFramePr>
          <p:nvPr/>
        </p:nvGraphicFramePr>
        <p:xfrm>
          <a:off x="371410" y="5785617"/>
          <a:ext cx="11449179" cy="548640"/>
        </p:xfrm>
        <a:graphic>
          <a:graphicData uri="http://schemas.openxmlformats.org/drawingml/2006/table">
            <a:tbl>
              <a:tblPr/>
              <a:tblGrid>
                <a:gridCol w="11449179">
                  <a:extLst>
                    <a:ext uri="{9D8B030D-6E8A-4147-A177-3AD203B41FA5}">
                      <a16:colId xmlns:a16="http://schemas.microsoft.com/office/drawing/2014/main" val="1412085873"/>
                    </a:ext>
                  </a:extLst>
                </a:gridCol>
              </a:tblGrid>
              <a:tr h="274320">
                <a:tc>
                  <a:txBody>
                    <a:bodyPr/>
                    <a:lstStyle/>
                    <a:p>
                      <a:pPr marL="45720" marR="0" lvl="0" indent="0" algn="ctr" defTabSz="914400" rtl="0" eaLnBrk="1" fontAlgn="ctr" latinLnBrk="0" hangingPunct="1">
                        <a:lnSpc>
                          <a:spcPct val="100000"/>
                        </a:lnSpc>
                        <a:spcBef>
                          <a:spcPts val="0"/>
                        </a:spcBef>
                        <a:spcAft>
                          <a:spcPts val="0"/>
                        </a:spcAft>
                        <a:buClr>
                          <a:srgbClr val="70A1C0"/>
                        </a:buClr>
                        <a:buSzTx/>
                        <a:buFont typeface="Arial" panose="020B0604020202020204" pitchFamily="34" charset="0"/>
                        <a:buNone/>
                        <a:tabLst/>
                        <a:defRPr/>
                      </a:pPr>
                      <a:r>
                        <a:rPr kumimoji="0" lang="en-US" sz="1050" b="1" i="0" u="sng" strike="noStrike" kern="0" cap="none" spc="0" normalizeH="0" baseline="0" noProof="0">
                          <a:ln>
                            <a:noFill/>
                          </a:ln>
                          <a:solidFill>
                            <a:prstClr val="white"/>
                          </a:solidFill>
                          <a:effectLst/>
                          <a:uLnTx/>
                          <a:uFillTx/>
                          <a:latin typeface="Codec Pro"/>
                          <a:ea typeface="+mn-ea"/>
                          <a:cs typeface="Arial"/>
                        </a:rPr>
                        <a:t>Events Comments</a:t>
                      </a:r>
                    </a:p>
                  </a:txBody>
                  <a:tcPr marL="91434" marR="91434" marT="45717" marB="4571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8770918"/>
                  </a:ext>
                </a:extLst>
              </a:tr>
              <a:tr h="274320">
                <a:tc>
                  <a:txBody>
                    <a:bodyPr/>
                    <a:lstStyle/>
                    <a:p>
                      <a:pPr marL="217170" indent="-171450" algn="l" rtl="0" fontAlgn="ctr">
                        <a:buFont typeface="Arial" panose="020B0604020202020204" pitchFamily="34" charset="0"/>
                        <a:buChar char="•"/>
                      </a:pPr>
                      <a:r>
                        <a:rPr lang="en-US" sz="900" b="0" kern="0">
                          <a:solidFill>
                            <a:schemeClr val="tx1"/>
                          </a:solidFill>
                          <a:latin typeface="Codec Pro"/>
                          <a:ea typeface="+mn-ea"/>
                          <a:cs typeface="Arial" panose="020B0604020202020204" pitchFamily="34" charset="0"/>
                        </a:rPr>
                        <a:t>N/A</a:t>
                      </a:r>
                    </a:p>
                  </a:txBody>
                  <a:tcPr marL="91434" marR="91434" marT="45717" marB="4571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4888306"/>
                  </a:ext>
                </a:extLst>
              </a:tr>
            </a:tbl>
          </a:graphicData>
        </a:graphic>
      </p:graphicFrame>
      <p:sp>
        <p:nvSpPr>
          <p:cNvPr id="300" name="Risk icon row 2">
            <a:extLst>
              <a:ext uri="{FF2B5EF4-FFF2-40B4-BE49-F238E27FC236}">
                <a16:creationId xmlns:a16="http://schemas.microsoft.com/office/drawing/2014/main" id="{A27C09BD-D84F-93B2-98F3-E5423AB1F0F1}"/>
              </a:ext>
            </a:extLst>
          </p:cNvPr>
          <p:cNvSpPr/>
          <p:nvPr/>
        </p:nvSpPr>
        <p:spPr>
          <a:xfrm>
            <a:off x="458834" y="5524871"/>
            <a:ext cx="186991" cy="183046"/>
          </a:xfrm>
          <a:prstGeom prst="ellipse">
            <a:avLst/>
          </a:prstGeom>
          <a:noFill/>
          <a:ln w="38100" cap="flat" cmpd="sng">
            <a:solidFill>
              <a:srgbClr val="FFC000"/>
            </a:solidFill>
            <a:prstDash val="solid"/>
            <a:miter lim="400000"/>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C000"/>
              </a:buClr>
              <a:buSzPts val="1600"/>
              <a:buFont typeface="Trebuchet MS"/>
              <a:buNone/>
              <a:tabLst/>
              <a:defRPr/>
            </a:pPr>
            <a:r>
              <a:rPr kumimoji="0" lang="en-US" sz="800" b="0" i="0" u="none" strike="noStrike" kern="1200" cap="none" spc="0" normalizeH="0" baseline="0" noProof="0">
                <a:ln>
                  <a:noFill/>
                </a:ln>
                <a:solidFill>
                  <a:srgbClr val="FFC000"/>
                </a:solidFill>
                <a:effectLst/>
                <a:uLnTx/>
                <a:uFillTx/>
                <a:latin typeface="Codec Pro"/>
                <a:ea typeface="Trebuchet MS"/>
                <a:cs typeface="Trebuchet MS"/>
                <a:sym typeface="Trebuchet MS"/>
              </a:rPr>
              <a:t>R</a:t>
            </a:r>
            <a:endParaRPr kumimoji="0" sz="800" b="0" i="0" u="none" strike="noStrike" kern="1200" cap="none" spc="0" normalizeH="0" baseline="0" noProof="0">
              <a:ln>
                <a:noFill/>
              </a:ln>
              <a:solidFill>
                <a:srgbClr val="000000"/>
              </a:solidFill>
              <a:effectLst/>
              <a:uLnTx/>
              <a:uFillTx/>
              <a:latin typeface="Codec Pro"/>
              <a:ea typeface="Arial"/>
              <a:cs typeface="Arial"/>
              <a:sym typeface="Arial"/>
            </a:endParaRPr>
          </a:p>
        </p:txBody>
      </p:sp>
    </p:spTree>
    <p:extLst>
      <p:ext uri="{BB962C8B-B14F-4D97-AF65-F5344CB8AC3E}">
        <p14:creationId xmlns:p14="http://schemas.microsoft.com/office/powerpoint/2010/main" val="2993033185"/>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Misk_Theme_02">
      <a:dk1>
        <a:srgbClr val="333333"/>
      </a:dk1>
      <a:lt1>
        <a:srgbClr val="FFFFFF"/>
      </a:lt1>
      <a:dk2>
        <a:srgbClr val="333333"/>
      </a:dk2>
      <a:lt2>
        <a:srgbClr val="E7E6E6"/>
      </a:lt2>
      <a:accent1>
        <a:srgbClr val="00372A"/>
      </a:accent1>
      <a:accent2>
        <a:srgbClr val="34B78F"/>
      </a:accent2>
      <a:accent3>
        <a:srgbClr val="FFB500"/>
      </a:accent3>
      <a:accent4>
        <a:srgbClr val="0033A0"/>
      </a:accent4>
      <a:accent5>
        <a:srgbClr val="DC4405"/>
      </a:accent5>
      <a:accent6>
        <a:srgbClr val="C3D6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sk_PPT_Template_03" id="{8C108D2A-BE3D-6E45-A1C1-051974DE2EA9}" vid="{12BBA5DB-FCBE-534F-97E2-165AE3BFA6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isk_Theme_02">
    <a:dk1>
      <a:srgbClr val="333333"/>
    </a:dk1>
    <a:lt1>
      <a:srgbClr val="FFFFFF"/>
    </a:lt1>
    <a:dk2>
      <a:srgbClr val="333333"/>
    </a:dk2>
    <a:lt2>
      <a:srgbClr val="E7E6E6"/>
    </a:lt2>
    <a:accent1>
      <a:srgbClr val="00372A"/>
    </a:accent1>
    <a:accent2>
      <a:srgbClr val="34B78F"/>
    </a:accent2>
    <a:accent3>
      <a:srgbClr val="FFB500"/>
    </a:accent3>
    <a:accent4>
      <a:srgbClr val="0033A0"/>
    </a:accent4>
    <a:accent5>
      <a:srgbClr val="DC4405"/>
    </a:accent5>
    <a:accent6>
      <a:srgbClr val="C3D600"/>
    </a:accent6>
    <a:hlink>
      <a:srgbClr val="0563C1"/>
    </a:hlink>
    <a:folHlink>
      <a:srgbClr val="954F72"/>
    </a:folHlink>
  </a:clrScheme>
</a:themeOverride>
</file>

<file path=ppt/theme/themeOverride2.xml><?xml version="1.0" encoding="utf-8"?>
<a:themeOverride xmlns:a="http://schemas.openxmlformats.org/drawingml/2006/main">
  <a:clrScheme name="Misk_Theme_02">
    <a:dk1>
      <a:srgbClr val="333333"/>
    </a:dk1>
    <a:lt1>
      <a:srgbClr val="FFFFFF"/>
    </a:lt1>
    <a:dk2>
      <a:srgbClr val="333333"/>
    </a:dk2>
    <a:lt2>
      <a:srgbClr val="E7E6E6"/>
    </a:lt2>
    <a:accent1>
      <a:srgbClr val="00372A"/>
    </a:accent1>
    <a:accent2>
      <a:srgbClr val="34B78F"/>
    </a:accent2>
    <a:accent3>
      <a:srgbClr val="FFB500"/>
    </a:accent3>
    <a:accent4>
      <a:srgbClr val="0033A0"/>
    </a:accent4>
    <a:accent5>
      <a:srgbClr val="DC4405"/>
    </a:accent5>
    <a:accent6>
      <a:srgbClr val="C3D600"/>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12</TotalTime>
  <Words>453</Words>
  <Application>Microsoft Office PowerPoint</Application>
  <PresentationFormat>Widescreen</PresentationFormat>
  <Paragraphs>149</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Aptos</vt:lpstr>
      <vt:lpstr>Arial</vt:lpstr>
      <vt:lpstr>Codec Pro</vt:lpstr>
      <vt:lpstr>Codec Pro ExtraBold</vt:lpstr>
      <vt:lpstr>Helvetica Neue</vt:lpstr>
      <vt:lpstr>Trebuchet MS</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 A Aldawood</dc:creator>
  <cp:lastModifiedBy>Saad A Aldawood</cp:lastModifiedBy>
  <cp:revision>5</cp:revision>
  <dcterms:created xsi:type="dcterms:W3CDTF">2025-05-08T11:44:31Z</dcterms:created>
  <dcterms:modified xsi:type="dcterms:W3CDTF">2026-06-03T08:44:17Z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22eb51e-0dd9-4633-abce-572c672b8227_Enabled">
    <vt:lpwstr>true</vt:lpwstr>
  </property>
  <property fmtid="{D5CDD505-2E9C-101B-9397-08002B2CF9AE}" pid="3" name="MSIP_Label_822eb51e-0dd9-4633-abce-572c672b8227_SetDate">
    <vt:lpwstr>2025-05-08T11:49:03Z</vt:lpwstr>
  </property>
  <property fmtid="{D5CDD505-2E9C-101B-9397-08002B2CF9AE}" pid="4" name="MSIP_Label_822eb51e-0dd9-4633-abce-572c672b8227_Method">
    <vt:lpwstr>Privileged</vt:lpwstr>
  </property>
  <property fmtid="{D5CDD505-2E9C-101B-9397-08002B2CF9AE}" pid="5" name="MSIP_Label_822eb51e-0dd9-4633-abce-572c672b8227_Name">
    <vt:lpwstr>General</vt:lpwstr>
  </property>
  <property fmtid="{D5CDD505-2E9C-101B-9397-08002B2CF9AE}" pid="6" name="MSIP_Label_822eb51e-0dd9-4633-abce-572c672b8227_SiteId">
    <vt:lpwstr>21441be0-ec63-4c48-b4aa-537615f7e612</vt:lpwstr>
  </property>
  <property fmtid="{D5CDD505-2E9C-101B-9397-08002B2CF9AE}" pid="7" name="MSIP_Label_822eb51e-0dd9-4633-abce-572c672b8227_ActionId">
    <vt:lpwstr>1a9a09ba-fecd-409c-bd75-9e694e0cd0a0</vt:lpwstr>
  </property>
  <property fmtid="{D5CDD505-2E9C-101B-9397-08002B2CF9AE}" pid="8" name="MSIP_Label_822eb51e-0dd9-4633-abce-572c672b8227_ContentBits">
    <vt:lpwstr>0</vt:lpwstr>
  </property>
  <property fmtid="{D5CDD505-2E9C-101B-9397-08002B2CF9AE}" pid="9" name="MSIP_Label_822eb51e-0dd9-4633-abce-572c672b8227_Tag">
    <vt:lpwstr>10, 0, 1, 1</vt:lpwstr>
  </property>
</Properties>
</file>