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1"/>
  </p:sldMasterIdLst>
  <p:notesMasterIdLst>
    <p:notesMasterId r:id="rId4"/>
  </p:notesMasterIdLst>
  <p:sldIdLst>
    <p:sldId id="297" r:id="rId2"/>
    <p:sldId id="298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B500"/>
    <a:srgbClr val="196B24"/>
    <a:srgbClr val="34B78F"/>
    <a:srgbClr val="FFFFFF"/>
    <a:srgbClr val="042433"/>
    <a:srgbClr val="E971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0D8006-6418-43D4-9843-54975F5A7735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798970-2510-490D-97C3-4993EABC50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6558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>
          <a:extLst>
            <a:ext uri="{FF2B5EF4-FFF2-40B4-BE49-F238E27FC236}">
              <a16:creationId xmlns:a16="http://schemas.microsoft.com/office/drawing/2014/main" id="{E56A1AE1-226F-C919-123E-E7FE26408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:notes">
            <a:extLst>
              <a:ext uri="{FF2B5EF4-FFF2-40B4-BE49-F238E27FC236}">
                <a16:creationId xmlns:a16="http://schemas.microsoft.com/office/drawing/2014/main" id="{979A61E1-C255-D6DE-9097-8D22A9A1C5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2:notes">
            <a:extLst>
              <a:ext uri="{FF2B5EF4-FFF2-40B4-BE49-F238E27FC236}">
                <a16:creationId xmlns:a16="http://schemas.microsoft.com/office/drawing/2014/main" id="{D0C681C7-759B-135B-2243-92B3BF9FB4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490102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em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em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em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em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1">
            <a:extLst>
              <a:ext uri="{FF2B5EF4-FFF2-40B4-BE49-F238E27FC236}">
                <a16:creationId xmlns:a16="http://schemas.microsoft.com/office/drawing/2014/main" id="{CFB5A374-F467-7041-AA02-1202E18ACE7F}"/>
              </a:ext>
            </a:extLst>
          </p:cNvPr>
          <p:cNvSpPr/>
          <p:nvPr userDrawn="1"/>
        </p:nvSpPr>
        <p:spPr>
          <a:xfrm>
            <a:off x="6753465" y="0"/>
            <a:ext cx="5439740" cy="6858000"/>
          </a:xfrm>
          <a:custGeom>
            <a:avLst/>
            <a:gdLst>
              <a:gd name="connsiteX0" fmla="*/ 2019389 w 5439740"/>
              <a:gd name="connsiteY0" fmla="*/ 0 h 6858000"/>
              <a:gd name="connsiteX1" fmla="*/ 5439740 w 5439740"/>
              <a:gd name="connsiteY1" fmla="*/ 0 h 6858000"/>
              <a:gd name="connsiteX2" fmla="*/ 5439740 w 5439740"/>
              <a:gd name="connsiteY2" fmla="*/ 6858000 h 6858000"/>
              <a:gd name="connsiteX3" fmla="*/ 2019389 w 5439740"/>
              <a:gd name="connsiteY3" fmla="*/ 6858000 h 6858000"/>
              <a:gd name="connsiteX4" fmla="*/ 1346263 w 5439740"/>
              <a:gd name="connsiteY4" fmla="*/ 0 h 6858000"/>
              <a:gd name="connsiteX5" fmla="*/ 1857412 w 5439740"/>
              <a:gd name="connsiteY5" fmla="*/ 0 h 6858000"/>
              <a:gd name="connsiteX6" fmla="*/ 1857412 w 5439740"/>
              <a:gd name="connsiteY6" fmla="*/ 6858000 h 6858000"/>
              <a:gd name="connsiteX7" fmla="*/ 1346263 w 5439740"/>
              <a:gd name="connsiteY7" fmla="*/ 6858000 h 6858000"/>
              <a:gd name="connsiteX8" fmla="*/ 673138 w 5439740"/>
              <a:gd name="connsiteY8" fmla="*/ 0 h 6858000"/>
              <a:gd name="connsiteX9" fmla="*/ 962190 w 5439740"/>
              <a:gd name="connsiteY9" fmla="*/ 0 h 6858000"/>
              <a:gd name="connsiteX10" fmla="*/ 962190 w 5439740"/>
              <a:gd name="connsiteY10" fmla="*/ 6858000 h 6858000"/>
              <a:gd name="connsiteX11" fmla="*/ 673138 w 5439740"/>
              <a:gd name="connsiteY11" fmla="*/ 6858000 h 6858000"/>
              <a:gd name="connsiteX12" fmla="*/ 0 w 5439740"/>
              <a:gd name="connsiteY12" fmla="*/ 0 h 6858000"/>
              <a:gd name="connsiteX13" fmla="*/ 66955 w 5439740"/>
              <a:gd name="connsiteY13" fmla="*/ 0 h 6858000"/>
              <a:gd name="connsiteX14" fmla="*/ 66955 w 5439740"/>
              <a:gd name="connsiteY14" fmla="*/ 6858000 h 6858000"/>
              <a:gd name="connsiteX15" fmla="*/ 0 w 5439740"/>
              <a:gd name="connsiteY15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439740" h="6858000">
                <a:moveTo>
                  <a:pt x="2019389" y="0"/>
                </a:moveTo>
                <a:lnTo>
                  <a:pt x="5439740" y="0"/>
                </a:lnTo>
                <a:lnTo>
                  <a:pt x="5439740" y="6858000"/>
                </a:lnTo>
                <a:lnTo>
                  <a:pt x="2019389" y="6858000"/>
                </a:lnTo>
                <a:close/>
                <a:moveTo>
                  <a:pt x="1346263" y="0"/>
                </a:moveTo>
                <a:lnTo>
                  <a:pt x="1857412" y="0"/>
                </a:lnTo>
                <a:lnTo>
                  <a:pt x="1857412" y="6858000"/>
                </a:lnTo>
                <a:lnTo>
                  <a:pt x="1346263" y="6858000"/>
                </a:lnTo>
                <a:close/>
                <a:moveTo>
                  <a:pt x="673138" y="0"/>
                </a:moveTo>
                <a:lnTo>
                  <a:pt x="962190" y="0"/>
                </a:lnTo>
                <a:lnTo>
                  <a:pt x="962190" y="6858000"/>
                </a:lnTo>
                <a:lnTo>
                  <a:pt x="673138" y="6858000"/>
                </a:lnTo>
                <a:close/>
                <a:moveTo>
                  <a:pt x="0" y="0"/>
                </a:moveTo>
                <a:lnTo>
                  <a:pt x="66955" y="0"/>
                </a:lnTo>
                <a:lnTo>
                  <a:pt x="66955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C2339A19-D063-8C4D-ABD0-2F41D385E2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620532" y="1626451"/>
            <a:ext cx="4749063" cy="2158838"/>
          </a:xfrm>
        </p:spPr>
        <p:txBody>
          <a:bodyPr lIns="0" tIns="0" rIns="0" bIns="0" anchor="b" anchorCtr="0">
            <a:noAutofit/>
          </a:bodyPr>
          <a:lstStyle>
            <a:lvl1pPr marL="0" indent="0">
              <a:lnSpc>
                <a:spcPts val="5500"/>
              </a:lnSpc>
              <a:buFontTx/>
              <a:buNone/>
              <a:defRPr sz="4800" b="1">
                <a:solidFill>
                  <a:schemeClr val="accent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Bigger Title Goes Here</a:t>
            </a: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5527C069-CFDB-8C47-9D65-578052378BD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620532" y="4103330"/>
            <a:ext cx="4749063" cy="520921"/>
          </a:xfr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2800" b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err="1"/>
              <a:t>Subheadline</a:t>
            </a:r>
            <a:r>
              <a:rPr lang="en-US"/>
              <a:t> Goes Here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10AC87-8B90-084D-B581-17B766F0E49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616163" y="5176471"/>
            <a:ext cx="2378027" cy="12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04121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C2339A19-D063-8C4D-ABD0-2F41D385E2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620532" y="1626451"/>
            <a:ext cx="4749063" cy="2158838"/>
          </a:xfrm>
        </p:spPr>
        <p:txBody>
          <a:bodyPr lIns="0" tIns="0" rIns="0" bIns="0" anchor="b" anchorCtr="0">
            <a:noAutofit/>
          </a:bodyPr>
          <a:lstStyle>
            <a:lvl1pPr marL="0" indent="0">
              <a:lnSpc>
                <a:spcPts val="5500"/>
              </a:lnSpc>
              <a:buFontTx/>
              <a:buNone/>
              <a:defRPr sz="4800" b="1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Divider Title Goes Here</a:t>
            </a: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5527C069-CFDB-8C47-9D65-578052378BD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620532" y="4103330"/>
            <a:ext cx="4749063" cy="520921"/>
          </a:xfr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2800" b="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err="1"/>
              <a:t>Subheadline</a:t>
            </a:r>
            <a:r>
              <a:rPr lang="en-US"/>
              <a:t> Goes Here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A7F5A0-906D-B746-9E6D-F21DDCBCBBB6}"/>
              </a:ext>
            </a:extLst>
          </p:cNvPr>
          <p:cNvSpPr txBox="1"/>
          <p:nvPr userDrawn="1"/>
        </p:nvSpPr>
        <p:spPr>
          <a:xfrm>
            <a:off x="10703019" y="620288"/>
            <a:ext cx="111502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b="1" err="1">
                <a:solidFill>
                  <a:schemeClr val="bg1"/>
                </a:solidFill>
              </a:rPr>
              <a:t>Misk</a:t>
            </a:r>
            <a:r>
              <a:rPr lang="en-US" sz="1000" b="1">
                <a:solidFill>
                  <a:schemeClr val="bg1"/>
                </a:solidFill>
              </a:rPr>
              <a:t> Foundation</a:t>
            </a:r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546719C9-42E3-3C4B-B99D-75762B571FF4}"/>
              </a:ext>
            </a:extLst>
          </p:cNvPr>
          <p:cNvSpPr/>
          <p:nvPr userDrawn="1"/>
        </p:nvSpPr>
        <p:spPr>
          <a:xfrm>
            <a:off x="0" y="543484"/>
            <a:ext cx="1365161" cy="1116000"/>
          </a:xfrm>
          <a:custGeom>
            <a:avLst/>
            <a:gdLst>
              <a:gd name="connsiteX0" fmla="*/ 1106259 w 1365161"/>
              <a:gd name="connsiteY0" fmla="*/ 0 h 1116000"/>
              <a:gd name="connsiteX1" fmla="*/ 1365161 w 1365161"/>
              <a:gd name="connsiteY1" fmla="*/ 0 h 1116000"/>
              <a:gd name="connsiteX2" fmla="*/ 1365161 w 1365161"/>
              <a:gd name="connsiteY2" fmla="*/ 1116000 h 1116000"/>
              <a:gd name="connsiteX3" fmla="*/ 1106259 w 1365161"/>
              <a:gd name="connsiteY3" fmla="*/ 1116000 h 1116000"/>
              <a:gd name="connsiteX4" fmla="*/ 565346 w 1365161"/>
              <a:gd name="connsiteY4" fmla="*/ 0 h 1116000"/>
              <a:gd name="connsiteX5" fmla="*/ 837128 w 1365161"/>
              <a:gd name="connsiteY5" fmla="*/ 0 h 1116000"/>
              <a:gd name="connsiteX6" fmla="*/ 837128 w 1365161"/>
              <a:gd name="connsiteY6" fmla="*/ 1116000 h 1116000"/>
              <a:gd name="connsiteX7" fmla="*/ 565346 w 1365161"/>
              <a:gd name="connsiteY7" fmla="*/ 1116000 h 1116000"/>
              <a:gd name="connsiteX8" fmla="*/ 0 w 1365161"/>
              <a:gd name="connsiteY8" fmla="*/ 0 h 1116000"/>
              <a:gd name="connsiteX9" fmla="*/ 306000 w 1365161"/>
              <a:gd name="connsiteY9" fmla="*/ 0 h 1116000"/>
              <a:gd name="connsiteX10" fmla="*/ 306000 w 1365161"/>
              <a:gd name="connsiteY10" fmla="*/ 1116000 h 1116000"/>
              <a:gd name="connsiteX11" fmla="*/ 0 w 1365161"/>
              <a:gd name="connsiteY11" fmla="*/ 1116000 h 11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365161" h="1116000">
                <a:moveTo>
                  <a:pt x="1106259" y="0"/>
                </a:moveTo>
                <a:lnTo>
                  <a:pt x="1365161" y="0"/>
                </a:lnTo>
                <a:lnTo>
                  <a:pt x="1365161" y="1116000"/>
                </a:lnTo>
                <a:lnTo>
                  <a:pt x="1106259" y="1116000"/>
                </a:lnTo>
                <a:close/>
                <a:moveTo>
                  <a:pt x="565346" y="0"/>
                </a:moveTo>
                <a:lnTo>
                  <a:pt x="837128" y="0"/>
                </a:lnTo>
                <a:lnTo>
                  <a:pt x="837128" y="1116000"/>
                </a:lnTo>
                <a:lnTo>
                  <a:pt x="565346" y="1116000"/>
                </a:lnTo>
                <a:close/>
                <a:moveTo>
                  <a:pt x="0" y="0"/>
                </a:moveTo>
                <a:lnTo>
                  <a:pt x="306000" y="0"/>
                </a:lnTo>
                <a:lnTo>
                  <a:pt x="306000" y="1116000"/>
                </a:lnTo>
                <a:lnTo>
                  <a:pt x="0" y="1116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84273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a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A869E76A-FFFD-3046-8147-EAA22488A69B}"/>
              </a:ext>
            </a:extLst>
          </p:cNvPr>
          <p:cNvSpPr txBox="1"/>
          <p:nvPr userDrawn="1"/>
        </p:nvSpPr>
        <p:spPr>
          <a:xfrm>
            <a:off x="10800417" y="6468362"/>
            <a:ext cx="111502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1000" b="1">
                <a:solidFill>
                  <a:schemeClr val="bg1"/>
                </a:solidFill>
              </a:rPr>
              <a:t>Page </a:t>
            </a:r>
            <a:fld id="{FC9FC9D7-915B-9341-8CE7-7F25DC3278B5}" type="slidenum">
              <a:rPr lang="en-US" sz="1000" b="1" smtClean="0">
                <a:solidFill>
                  <a:schemeClr val="bg1"/>
                </a:solidFill>
              </a:rPr>
              <a:pPr algn="r"/>
              <a:t>‹#›</a:t>
            </a:fld>
            <a:endParaRPr lang="en-US" sz="1000" b="1">
              <a:solidFill>
                <a:schemeClr val="bg1"/>
              </a:solidFill>
            </a:endParaRPr>
          </a:p>
        </p:txBody>
      </p:sp>
      <p:sp>
        <p:nvSpPr>
          <p:cNvPr id="13" name="Text Placeholder 14">
            <a:extLst>
              <a:ext uri="{FF2B5EF4-FFF2-40B4-BE49-F238E27FC236}">
                <a16:creationId xmlns:a16="http://schemas.microsoft.com/office/drawing/2014/main" id="{2C61BCC9-2EB1-AB4C-AE35-19DA9CD9B19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8745" y="783873"/>
            <a:ext cx="11326697" cy="308657"/>
          </a:xfr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800" b="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14" name="Text Placeholder 14">
            <a:extLst>
              <a:ext uri="{FF2B5EF4-FFF2-40B4-BE49-F238E27FC236}">
                <a16:creationId xmlns:a16="http://schemas.microsoft.com/office/drawing/2014/main" id="{2180FA1C-3E0C-D547-A5C1-56BA265ACD4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8745" y="518718"/>
            <a:ext cx="11326697" cy="265155"/>
          </a:xfr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800" b="1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Title .I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B422545-54D2-B045-B314-9368279F6224}"/>
              </a:ext>
            </a:extLst>
          </p:cNvPr>
          <p:cNvSpPr/>
          <p:nvPr userDrawn="1"/>
        </p:nvSpPr>
        <p:spPr>
          <a:xfrm>
            <a:off x="0" y="543484"/>
            <a:ext cx="306000" cy="1116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D1FD106-3E3A-4549-842E-E9A5AB2AC59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8902" y="5975894"/>
            <a:ext cx="1188000" cy="602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39089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DB7D9AF-73C2-1447-A3AF-24FF404D13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8902" y="5975679"/>
            <a:ext cx="1188000" cy="60270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869E76A-FFFD-3046-8147-EAA22488A69B}"/>
              </a:ext>
            </a:extLst>
          </p:cNvPr>
          <p:cNvSpPr txBox="1"/>
          <p:nvPr userDrawn="1"/>
        </p:nvSpPr>
        <p:spPr>
          <a:xfrm>
            <a:off x="11241741" y="6468362"/>
            <a:ext cx="673701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1000" b="1">
                <a:solidFill>
                  <a:schemeClr val="accent1"/>
                </a:solidFill>
              </a:rPr>
              <a:t>Page </a:t>
            </a:r>
            <a:fld id="{FC9FC9D7-915B-9341-8CE7-7F25DC3278B5}" type="slidenum">
              <a:rPr lang="en-US" sz="1000" b="1" smtClean="0">
                <a:solidFill>
                  <a:schemeClr val="accent1"/>
                </a:solidFill>
              </a:rPr>
              <a:pPr algn="r"/>
              <a:t>‹#›</a:t>
            </a:fld>
            <a:endParaRPr lang="en-US" sz="1000" b="1">
              <a:solidFill>
                <a:schemeClr val="accent1"/>
              </a:solidFill>
            </a:endParaRPr>
          </a:p>
        </p:txBody>
      </p:sp>
      <p:sp>
        <p:nvSpPr>
          <p:cNvPr id="13" name="Text Placeholder 14">
            <a:extLst>
              <a:ext uri="{FF2B5EF4-FFF2-40B4-BE49-F238E27FC236}">
                <a16:creationId xmlns:a16="http://schemas.microsoft.com/office/drawing/2014/main" id="{2C61BCC9-2EB1-AB4C-AE35-19DA9CD9B19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8746" y="783874"/>
            <a:ext cx="11144076" cy="308538"/>
          </a:xfr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800" b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14" name="Text Placeholder 14">
            <a:extLst>
              <a:ext uri="{FF2B5EF4-FFF2-40B4-BE49-F238E27FC236}">
                <a16:creationId xmlns:a16="http://schemas.microsoft.com/office/drawing/2014/main" id="{2180FA1C-3E0C-D547-A5C1-56BA265ACD4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8746" y="518718"/>
            <a:ext cx="11144076" cy="265053"/>
          </a:xfr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800" b="1">
                <a:solidFill>
                  <a:schemeClr val="accent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Title .I</a:t>
            </a:r>
          </a:p>
        </p:txBody>
      </p:sp>
      <p:sp>
        <p:nvSpPr>
          <p:cNvPr id="12" name="Text Placeholder 14">
            <a:extLst>
              <a:ext uri="{FF2B5EF4-FFF2-40B4-BE49-F238E27FC236}">
                <a16:creationId xmlns:a16="http://schemas.microsoft.com/office/drawing/2014/main" id="{64BFC5BB-BF1E-614F-A5C0-3ACBCD12758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60784" y="6481876"/>
            <a:ext cx="4993193" cy="153887"/>
          </a:xfrm>
        </p:spPr>
        <p:txBody>
          <a:bodyPr lIns="0" tIns="0" rIns="0" bIns="0">
            <a:noAutofit/>
          </a:bodyPr>
          <a:lstStyle>
            <a:lvl1pPr marL="0" indent="0" algn="r">
              <a:buFontTx/>
              <a:buNone/>
              <a:defRPr sz="1000" b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Section title</a:t>
            </a:r>
          </a:p>
        </p:txBody>
      </p:sp>
      <p:sp>
        <p:nvSpPr>
          <p:cNvPr id="19" name="Content Placeholder 9">
            <a:extLst>
              <a:ext uri="{FF2B5EF4-FFF2-40B4-BE49-F238E27FC236}">
                <a16:creationId xmlns:a16="http://schemas.microsoft.com/office/drawing/2014/main" id="{F9B5BD0A-7637-8C4D-9D0E-78FC0D94A0F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14363" y="1659486"/>
            <a:ext cx="4722135" cy="4017654"/>
          </a:xfrm>
        </p:spPr>
        <p:txBody>
          <a:bodyPr lIns="0" tIns="0" rIns="0" bIns="0">
            <a:noAutofit/>
          </a:bodyPr>
          <a:lstStyle>
            <a:lvl1pPr marL="0" indent="0">
              <a:spcBef>
                <a:spcPts val="1200"/>
              </a:spcBef>
              <a:buFontTx/>
              <a:buNone/>
              <a:defRPr>
                <a:solidFill>
                  <a:schemeClr val="tx2"/>
                </a:solidFill>
              </a:defRPr>
            </a:lvl1pPr>
            <a:lvl2pPr marL="0" indent="0">
              <a:spcBef>
                <a:spcPts val="1200"/>
              </a:spcBef>
              <a:buFontTx/>
              <a:buNone/>
              <a:defRPr>
                <a:solidFill>
                  <a:schemeClr val="tx2"/>
                </a:solidFill>
              </a:defRPr>
            </a:lvl2pPr>
            <a:lvl3pPr marL="0" indent="0">
              <a:spcBef>
                <a:spcPts val="1200"/>
              </a:spcBef>
              <a:buFontTx/>
              <a:buNone/>
              <a:defRPr>
                <a:solidFill>
                  <a:schemeClr val="tx2"/>
                </a:solidFill>
              </a:defRPr>
            </a:lvl3pPr>
            <a:lvl4pPr marL="0" indent="0">
              <a:spcBef>
                <a:spcPts val="1200"/>
              </a:spcBef>
              <a:buFontTx/>
              <a:buNone/>
              <a:defRPr>
                <a:solidFill>
                  <a:schemeClr val="tx2"/>
                </a:solidFill>
              </a:defRPr>
            </a:lvl4pPr>
            <a:lvl5pPr marL="0" indent="0">
              <a:spcBef>
                <a:spcPts val="1200"/>
              </a:spcBef>
              <a:buFontTx/>
              <a:buNone/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0" name="Content Placeholder 9">
            <a:extLst>
              <a:ext uri="{FF2B5EF4-FFF2-40B4-BE49-F238E27FC236}">
                <a16:creationId xmlns:a16="http://schemas.microsoft.com/office/drawing/2014/main" id="{164ECF85-92FE-DE4B-9AFD-B090B58A696C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025812" y="1659486"/>
            <a:ext cx="4722135" cy="4017654"/>
          </a:xfrm>
        </p:spPr>
        <p:txBody>
          <a:bodyPr lIns="0" tIns="0" rIns="0" bIns="0">
            <a:noAutofit/>
          </a:bodyPr>
          <a:lstStyle>
            <a:lvl1pPr marL="0" indent="0">
              <a:spcBef>
                <a:spcPts val="1200"/>
              </a:spcBef>
              <a:buFontTx/>
              <a:buNone/>
              <a:defRPr>
                <a:solidFill>
                  <a:schemeClr val="tx2"/>
                </a:solidFill>
              </a:defRPr>
            </a:lvl1pPr>
            <a:lvl2pPr marL="0" indent="0">
              <a:spcBef>
                <a:spcPts val="1200"/>
              </a:spcBef>
              <a:buFontTx/>
              <a:buNone/>
              <a:defRPr>
                <a:solidFill>
                  <a:schemeClr val="tx2"/>
                </a:solidFill>
              </a:defRPr>
            </a:lvl2pPr>
            <a:lvl3pPr marL="0" indent="0">
              <a:spcBef>
                <a:spcPts val="1200"/>
              </a:spcBef>
              <a:buFontTx/>
              <a:buNone/>
              <a:defRPr>
                <a:solidFill>
                  <a:schemeClr val="tx2"/>
                </a:solidFill>
              </a:defRPr>
            </a:lvl3pPr>
            <a:lvl4pPr marL="0" indent="0">
              <a:spcBef>
                <a:spcPts val="1200"/>
              </a:spcBef>
              <a:buFontTx/>
              <a:buNone/>
              <a:defRPr>
                <a:solidFill>
                  <a:schemeClr val="tx2"/>
                </a:solidFill>
              </a:defRPr>
            </a:lvl4pPr>
            <a:lvl5pPr marL="0" indent="0">
              <a:spcBef>
                <a:spcPts val="1200"/>
              </a:spcBef>
              <a:buFontTx/>
              <a:buNone/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F0CD544-8329-6F4C-947A-A58F6EE8AE0D}"/>
              </a:ext>
            </a:extLst>
          </p:cNvPr>
          <p:cNvSpPr/>
          <p:nvPr userDrawn="1"/>
        </p:nvSpPr>
        <p:spPr>
          <a:xfrm>
            <a:off x="0" y="543484"/>
            <a:ext cx="306000" cy="111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33AA8BF-E1DD-6442-A5E8-8C1BEA353B9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88902" y="5975894"/>
            <a:ext cx="1188000" cy="602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39046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graphics &amp; 1 column Text v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DB7D9AF-73C2-1447-A3AF-24FF404D13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8902" y="5975679"/>
            <a:ext cx="1188000" cy="60270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869E76A-FFFD-3046-8147-EAA22488A69B}"/>
              </a:ext>
            </a:extLst>
          </p:cNvPr>
          <p:cNvSpPr txBox="1"/>
          <p:nvPr userDrawn="1"/>
        </p:nvSpPr>
        <p:spPr>
          <a:xfrm>
            <a:off x="11241741" y="6468362"/>
            <a:ext cx="673701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1000" b="1">
                <a:solidFill>
                  <a:schemeClr val="accent1"/>
                </a:solidFill>
              </a:rPr>
              <a:t>Page </a:t>
            </a:r>
            <a:fld id="{FC9FC9D7-915B-9341-8CE7-7F25DC3278B5}" type="slidenum">
              <a:rPr lang="en-US" sz="1000" b="1" smtClean="0">
                <a:solidFill>
                  <a:schemeClr val="accent1"/>
                </a:solidFill>
              </a:rPr>
              <a:pPr algn="r"/>
              <a:t>‹#›</a:t>
            </a:fld>
            <a:endParaRPr lang="en-US" sz="1000" b="1">
              <a:solidFill>
                <a:schemeClr val="accent1"/>
              </a:solidFill>
            </a:endParaRPr>
          </a:p>
        </p:txBody>
      </p:sp>
      <p:sp>
        <p:nvSpPr>
          <p:cNvPr id="13" name="Text Placeholder 14">
            <a:extLst>
              <a:ext uri="{FF2B5EF4-FFF2-40B4-BE49-F238E27FC236}">
                <a16:creationId xmlns:a16="http://schemas.microsoft.com/office/drawing/2014/main" id="{2C61BCC9-2EB1-AB4C-AE35-19DA9CD9B19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8746" y="783874"/>
            <a:ext cx="11144076" cy="308538"/>
          </a:xfr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800" b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14" name="Text Placeholder 14">
            <a:extLst>
              <a:ext uri="{FF2B5EF4-FFF2-40B4-BE49-F238E27FC236}">
                <a16:creationId xmlns:a16="http://schemas.microsoft.com/office/drawing/2014/main" id="{2180FA1C-3E0C-D547-A5C1-56BA265ACD4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8746" y="518718"/>
            <a:ext cx="11144076" cy="265053"/>
          </a:xfr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800" b="1">
                <a:solidFill>
                  <a:schemeClr val="accent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Title .I</a:t>
            </a:r>
          </a:p>
        </p:txBody>
      </p:sp>
      <p:sp>
        <p:nvSpPr>
          <p:cNvPr id="12" name="Text Placeholder 14">
            <a:extLst>
              <a:ext uri="{FF2B5EF4-FFF2-40B4-BE49-F238E27FC236}">
                <a16:creationId xmlns:a16="http://schemas.microsoft.com/office/drawing/2014/main" id="{64BFC5BB-BF1E-614F-A5C0-3ACBCD12758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60784" y="6481876"/>
            <a:ext cx="4993193" cy="153887"/>
          </a:xfrm>
        </p:spPr>
        <p:txBody>
          <a:bodyPr lIns="0" tIns="0" rIns="0" bIns="0">
            <a:noAutofit/>
          </a:bodyPr>
          <a:lstStyle>
            <a:lvl1pPr marL="0" indent="0" algn="r">
              <a:buFontTx/>
              <a:buNone/>
              <a:defRPr sz="1000" b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Section title</a:t>
            </a:r>
          </a:p>
        </p:txBody>
      </p:sp>
      <p:sp>
        <p:nvSpPr>
          <p:cNvPr id="19" name="Content Placeholder 9">
            <a:extLst>
              <a:ext uri="{FF2B5EF4-FFF2-40B4-BE49-F238E27FC236}">
                <a16:creationId xmlns:a16="http://schemas.microsoft.com/office/drawing/2014/main" id="{F9B5BD0A-7637-8C4D-9D0E-78FC0D94A0F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237642" y="1659486"/>
            <a:ext cx="7525296" cy="4017654"/>
          </a:xfrm>
        </p:spPr>
        <p:txBody>
          <a:bodyPr lIns="0" tIns="0" rIns="0" bIns="0">
            <a:noAutofit/>
          </a:bodyPr>
          <a:lstStyle>
            <a:lvl1pPr marL="0" indent="0">
              <a:spcBef>
                <a:spcPts val="1200"/>
              </a:spcBef>
              <a:buFontTx/>
              <a:buNone/>
              <a:defRPr>
                <a:solidFill>
                  <a:schemeClr val="tx2"/>
                </a:solidFill>
              </a:defRPr>
            </a:lvl1pPr>
            <a:lvl2pPr marL="0" indent="0">
              <a:spcBef>
                <a:spcPts val="1200"/>
              </a:spcBef>
              <a:buFontTx/>
              <a:buNone/>
              <a:defRPr>
                <a:solidFill>
                  <a:schemeClr val="tx2"/>
                </a:solidFill>
              </a:defRPr>
            </a:lvl2pPr>
            <a:lvl3pPr marL="0" indent="0">
              <a:spcBef>
                <a:spcPts val="1200"/>
              </a:spcBef>
              <a:buFontTx/>
              <a:buNone/>
              <a:defRPr>
                <a:solidFill>
                  <a:schemeClr val="tx2"/>
                </a:solidFill>
              </a:defRPr>
            </a:lvl3pPr>
            <a:lvl4pPr marL="0" indent="0">
              <a:spcBef>
                <a:spcPts val="1200"/>
              </a:spcBef>
              <a:buFontTx/>
              <a:buNone/>
              <a:defRPr>
                <a:solidFill>
                  <a:schemeClr val="tx2"/>
                </a:solidFill>
              </a:defRPr>
            </a:lvl4pPr>
            <a:lvl5pPr marL="0" indent="0">
              <a:spcBef>
                <a:spcPts val="1200"/>
              </a:spcBef>
              <a:buFontTx/>
              <a:buNone/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2BCB129-E9A1-C541-A0C8-514B32D9B710}"/>
              </a:ext>
            </a:extLst>
          </p:cNvPr>
          <p:cNvSpPr/>
          <p:nvPr userDrawn="1"/>
        </p:nvSpPr>
        <p:spPr>
          <a:xfrm>
            <a:off x="0" y="543484"/>
            <a:ext cx="306000" cy="111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8950556-7F50-6C4B-92CE-7E9D8C15CF1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88902" y="5975894"/>
            <a:ext cx="1188000" cy="602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12847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graphics &amp; 1 column Text v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14F4BA9-4B44-5643-8CA0-7295A17961F3}"/>
              </a:ext>
            </a:extLst>
          </p:cNvPr>
          <p:cNvSpPr/>
          <p:nvPr userDrawn="1"/>
        </p:nvSpPr>
        <p:spPr>
          <a:xfrm>
            <a:off x="5604000" y="1092411"/>
            <a:ext cx="6588000" cy="521624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DB7D9AF-73C2-1447-A3AF-24FF404D13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8902" y="5975679"/>
            <a:ext cx="1188000" cy="60270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869E76A-FFFD-3046-8147-EAA22488A69B}"/>
              </a:ext>
            </a:extLst>
          </p:cNvPr>
          <p:cNvSpPr txBox="1"/>
          <p:nvPr userDrawn="1"/>
        </p:nvSpPr>
        <p:spPr>
          <a:xfrm>
            <a:off x="11241741" y="6468362"/>
            <a:ext cx="673701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1000" b="1">
                <a:solidFill>
                  <a:schemeClr val="accent1"/>
                </a:solidFill>
              </a:rPr>
              <a:t>Page </a:t>
            </a:r>
            <a:fld id="{FC9FC9D7-915B-9341-8CE7-7F25DC3278B5}" type="slidenum">
              <a:rPr lang="en-US" sz="1000" b="1" smtClean="0">
                <a:solidFill>
                  <a:schemeClr val="accent1"/>
                </a:solidFill>
              </a:rPr>
              <a:pPr algn="r"/>
              <a:t>‹#›</a:t>
            </a:fld>
            <a:endParaRPr lang="en-US" sz="1000" b="1">
              <a:solidFill>
                <a:schemeClr val="accent1"/>
              </a:solidFill>
            </a:endParaRPr>
          </a:p>
        </p:txBody>
      </p:sp>
      <p:sp>
        <p:nvSpPr>
          <p:cNvPr id="13" name="Text Placeholder 14">
            <a:extLst>
              <a:ext uri="{FF2B5EF4-FFF2-40B4-BE49-F238E27FC236}">
                <a16:creationId xmlns:a16="http://schemas.microsoft.com/office/drawing/2014/main" id="{2C61BCC9-2EB1-AB4C-AE35-19DA9CD9B19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8746" y="783874"/>
            <a:ext cx="11144076" cy="308538"/>
          </a:xfr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800" b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14" name="Text Placeholder 14">
            <a:extLst>
              <a:ext uri="{FF2B5EF4-FFF2-40B4-BE49-F238E27FC236}">
                <a16:creationId xmlns:a16="http://schemas.microsoft.com/office/drawing/2014/main" id="{2180FA1C-3E0C-D547-A5C1-56BA265ACD4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8746" y="518718"/>
            <a:ext cx="11144076" cy="265053"/>
          </a:xfr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800" b="1">
                <a:solidFill>
                  <a:schemeClr val="accent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Title .I</a:t>
            </a:r>
          </a:p>
        </p:txBody>
      </p:sp>
      <p:sp>
        <p:nvSpPr>
          <p:cNvPr id="12" name="Text Placeholder 14">
            <a:extLst>
              <a:ext uri="{FF2B5EF4-FFF2-40B4-BE49-F238E27FC236}">
                <a16:creationId xmlns:a16="http://schemas.microsoft.com/office/drawing/2014/main" id="{64BFC5BB-BF1E-614F-A5C0-3ACBCD12758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60784" y="6481876"/>
            <a:ext cx="4993193" cy="153887"/>
          </a:xfrm>
        </p:spPr>
        <p:txBody>
          <a:bodyPr lIns="0" tIns="0" rIns="0" bIns="0">
            <a:noAutofit/>
          </a:bodyPr>
          <a:lstStyle>
            <a:lvl1pPr marL="0" indent="0" algn="r">
              <a:buFontTx/>
              <a:buNone/>
              <a:defRPr sz="1000" b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Section title</a:t>
            </a:r>
          </a:p>
        </p:txBody>
      </p:sp>
      <p:sp>
        <p:nvSpPr>
          <p:cNvPr id="19" name="Content Placeholder 9">
            <a:extLst>
              <a:ext uri="{FF2B5EF4-FFF2-40B4-BE49-F238E27FC236}">
                <a16:creationId xmlns:a16="http://schemas.microsoft.com/office/drawing/2014/main" id="{F9B5BD0A-7637-8C4D-9D0E-78FC0D94A0F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056243" y="1659486"/>
            <a:ext cx="4706694" cy="4017654"/>
          </a:xfrm>
        </p:spPr>
        <p:txBody>
          <a:bodyPr lIns="0" tIns="0" rIns="0" bIns="0">
            <a:noAutofit/>
          </a:bodyPr>
          <a:lstStyle>
            <a:lvl1pPr marL="0" indent="0">
              <a:spcBef>
                <a:spcPts val="1200"/>
              </a:spcBef>
              <a:buFontTx/>
              <a:buNone/>
              <a:defRPr>
                <a:solidFill>
                  <a:schemeClr val="bg1"/>
                </a:solidFill>
              </a:defRPr>
            </a:lvl1pPr>
            <a:lvl2pPr marL="0" indent="0">
              <a:spcBef>
                <a:spcPts val="1200"/>
              </a:spcBef>
              <a:buFontTx/>
              <a:buNone/>
              <a:defRPr>
                <a:solidFill>
                  <a:schemeClr val="bg1"/>
                </a:solidFill>
              </a:defRPr>
            </a:lvl2pPr>
            <a:lvl3pPr marL="0" indent="0">
              <a:spcBef>
                <a:spcPts val="1200"/>
              </a:spcBef>
              <a:buFontTx/>
              <a:buNone/>
              <a:defRPr>
                <a:solidFill>
                  <a:schemeClr val="bg1"/>
                </a:solidFill>
              </a:defRPr>
            </a:lvl3pPr>
            <a:lvl4pPr marL="0" indent="0">
              <a:spcBef>
                <a:spcPts val="1200"/>
              </a:spcBef>
              <a:buFontTx/>
              <a:buNone/>
              <a:defRPr>
                <a:solidFill>
                  <a:schemeClr val="bg1"/>
                </a:solidFill>
              </a:defRPr>
            </a:lvl4pPr>
            <a:lvl5pPr marL="0" indent="0">
              <a:spcBef>
                <a:spcPts val="1200"/>
              </a:spcBef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3411DD6-DD1B-EB42-9745-1AC695A9FE68}"/>
              </a:ext>
            </a:extLst>
          </p:cNvPr>
          <p:cNvSpPr/>
          <p:nvPr userDrawn="1"/>
        </p:nvSpPr>
        <p:spPr>
          <a:xfrm>
            <a:off x="0" y="543484"/>
            <a:ext cx="306000" cy="111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1D3A7C5-9224-2F49-AEF4-C9B6E307DBE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88902" y="5975894"/>
            <a:ext cx="1188000" cy="602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92772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&amp; 1 column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DB7D9AF-73C2-1447-A3AF-24FF404D13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8902" y="5975679"/>
            <a:ext cx="1188000" cy="602701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A985C98-E3EC-5442-A841-FFEC886DC897}"/>
              </a:ext>
            </a:extLst>
          </p:cNvPr>
          <p:cNvSpPr/>
          <p:nvPr userDrawn="1"/>
        </p:nvSpPr>
        <p:spPr>
          <a:xfrm>
            <a:off x="0" y="543484"/>
            <a:ext cx="306000" cy="525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69E76A-FFFD-3046-8147-EAA22488A69B}"/>
              </a:ext>
            </a:extLst>
          </p:cNvPr>
          <p:cNvSpPr txBox="1"/>
          <p:nvPr userDrawn="1"/>
        </p:nvSpPr>
        <p:spPr>
          <a:xfrm>
            <a:off x="11241741" y="6468362"/>
            <a:ext cx="673701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1000" b="1">
                <a:solidFill>
                  <a:schemeClr val="accent1"/>
                </a:solidFill>
              </a:rPr>
              <a:t>Page </a:t>
            </a:r>
            <a:fld id="{FC9FC9D7-915B-9341-8CE7-7F25DC3278B5}" type="slidenum">
              <a:rPr lang="en-US" sz="1000" b="1" smtClean="0">
                <a:solidFill>
                  <a:schemeClr val="accent1"/>
                </a:solidFill>
              </a:rPr>
              <a:pPr algn="r"/>
              <a:t>‹#›</a:t>
            </a:fld>
            <a:endParaRPr lang="en-US" sz="1000" b="1">
              <a:solidFill>
                <a:schemeClr val="accent1"/>
              </a:solidFill>
            </a:endParaRPr>
          </a:p>
        </p:txBody>
      </p:sp>
      <p:sp>
        <p:nvSpPr>
          <p:cNvPr id="13" name="Text Placeholder 14">
            <a:extLst>
              <a:ext uri="{FF2B5EF4-FFF2-40B4-BE49-F238E27FC236}">
                <a16:creationId xmlns:a16="http://schemas.microsoft.com/office/drawing/2014/main" id="{2C61BCC9-2EB1-AB4C-AE35-19DA9CD9B19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8746" y="783874"/>
            <a:ext cx="4706694" cy="308640"/>
          </a:xfr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800" b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14" name="Text Placeholder 14">
            <a:extLst>
              <a:ext uri="{FF2B5EF4-FFF2-40B4-BE49-F238E27FC236}">
                <a16:creationId xmlns:a16="http://schemas.microsoft.com/office/drawing/2014/main" id="{2180FA1C-3E0C-D547-A5C1-56BA265ACD4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8746" y="518718"/>
            <a:ext cx="4706694" cy="265155"/>
          </a:xfr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800" b="1">
                <a:solidFill>
                  <a:schemeClr val="accent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Title .I</a:t>
            </a:r>
          </a:p>
        </p:txBody>
      </p:sp>
      <p:sp>
        <p:nvSpPr>
          <p:cNvPr id="12" name="Text Placeholder 14">
            <a:extLst>
              <a:ext uri="{FF2B5EF4-FFF2-40B4-BE49-F238E27FC236}">
                <a16:creationId xmlns:a16="http://schemas.microsoft.com/office/drawing/2014/main" id="{64BFC5BB-BF1E-614F-A5C0-3ACBCD12758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60784" y="6481876"/>
            <a:ext cx="4993193" cy="153887"/>
          </a:xfrm>
        </p:spPr>
        <p:txBody>
          <a:bodyPr lIns="0" tIns="0" rIns="0" bIns="0">
            <a:noAutofit/>
          </a:bodyPr>
          <a:lstStyle>
            <a:lvl1pPr marL="0" indent="0" algn="r">
              <a:buFontTx/>
              <a:buNone/>
              <a:defRPr sz="1000" b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Section title</a:t>
            </a:r>
          </a:p>
        </p:txBody>
      </p:sp>
      <p:sp>
        <p:nvSpPr>
          <p:cNvPr id="19" name="Content Placeholder 9">
            <a:extLst>
              <a:ext uri="{FF2B5EF4-FFF2-40B4-BE49-F238E27FC236}">
                <a16:creationId xmlns:a16="http://schemas.microsoft.com/office/drawing/2014/main" id="{F9B5BD0A-7637-8C4D-9D0E-78FC0D94A0F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88746" y="1659485"/>
            <a:ext cx="4706694" cy="4157505"/>
          </a:xfrm>
        </p:spPr>
        <p:txBody>
          <a:bodyPr lIns="0" tIns="0" rIns="0" bIns="0">
            <a:noAutofit/>
          </a:bodyPr>
          <a:lstStyle>
            <a:lvl1pPr marL="0" indent="0">
              <a:spcBef>
                <a:spcPts val="1200"/>
              </a:spcBef>
              <a:buFontTx/>
              <a:buNone/>
              <a:defRPr>
                <a:solidFill>
                  <a:schemeClr val="accent1"/>
                </a:solidFill>
              </a:defRPr>
            </a:lvl1pPr>
            <a:lvl2pPr marL="0" indent="0">
              <a:spcBef>
                <a:spcPts val="1200"/>
              </a:spcBef>
              <a:buFontTx/>
              <a:buNone/>
              <a:defRPr>
                <a:solidFill>
                  <a:schemeClr val="accent1"/>
                </a:solidFill>
              </a:defRPr>
            </a:lvl2pPr>
            <a:lvl3pPr marL="0" indent="0">
              <a:spcBef>
                <a:spcPts val="1200"/>
              </a:spcBef>
              <a:buFontTx/>
              <a:buNone/>
              <a:defRPr>
                <a:solidFill>
                  <a:schemeClr val="accent1"/>
                </a:solidFill>
              </a:defRPr>
            </a:lvl3pPr>
            <a:lvl4pPr marL="0" indent="0">
              <a:spcBef>
                <a:spcPts val="1200"/>
              </a:spcBef>
              <a:buFontTx/>
              <a:buNone/>
              <a:defRPr>
                <a:solidFill>
                  <a:schemeClr val="accent1"/>
                </a:solidFill>
              </a:defRPr>
            </a:lvl4pPr>
            <a:lvl5pPr marL="0" indent="0">
              <a:spcBef>
                <a:spcPts val="1200"/>
              </a:spcBef>
              <a:buFontTx/>
              <a:buNone/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7">
            <a:extLst>
              <a:ext uri="{FF2B5EF4-FFF2-40B4-BE49-F238E27FC236}">
                <a16:creationId xmlns:a16="http://schemas.microsoft.com/office/drawing/2014/main" id="{9740FC02-2FA5-224A-B23B-5707A85755B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6097941" y="543484"/>
            <a:ext cx="6094059" cy="5273507"/>
          </a:xfrm>
        </p:spPr>
        <p:txBody>
          <a:bodyPr lIns="0" tIns="0" rIns="0" bIns="0" anchor="ctr" anchorCtr="1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Insert your image here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D0A8FC2-FA49-0547-BAB3-25BAA35FF45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88902" y="5975894"/>
            <a:ext cx="1188000" cy="602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0784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2 column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7">
            <a:extLst>
              <a:ext uri="{FF2B5EF4-FFF2-40B4-BE49-F238E27FC236}">
                <a16:creationId xmlns:a16="http://schemas.microsoft.com/office/drawing/2014/main" id="{52A452EA-EEB5-8349-8FE7-027D59F3CBF4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0"/>
            <a:ext cx="12192000" cy="6858000"/>
          </a:xfrm>
          <a:solidFill>
            <a:schemeClr val="accent2">
              <a:lumMod val="40000"/>
              <a:lumOff val="60000"/>
            </a:schemeClr>
          </a:solidFill>
        </p:spPr>
        <p:txBody>
          <a:bodyPr lIns="0" tIns="0" rIns="0" bIns="0" anchor="ctr" anchorCtr="1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Insert your image here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B15DD2A-FFB9-4D4E-82BB-D5E3DC34C7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8902" y="5975894"/>
            <a:ext cx="1188000" cy="602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80007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s &amp;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hart Placeholder 4">
            <a:extLst>
              <a:ext uri="{FF2B5EF4-FFF2-40B4-BE49-F238E27FC236}">
                <a16:creationId xmlns:a16="http://schemas.microsoft.com/office/drawing/2014/main" id="{029E6D28-5E61-E84B-A76F-F4675447DCEF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4625707" y="2103438"/>
            <a:ext cx="3010622" cy="1719262"/>
          </a:xfrm>
        </p:spPr>
        <p:txBody>
          <a:bodyPr/>
          <a:lstStyle/>
          <a:p>
            <a:r>
              <a:rPr lang="en-US"/>
              <a:t>Click icon to add chart</a:t>
            </a:r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EF94F0F3-B151-E34D-ABB5-78E5693349C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625707" y="4167187"/>
            <a:ext cx="3010622" cy="1449841"/>
          </a:xfrm>
        </p:spPr>
        <p:txBody>
          <a:bodyPr lIns="0" tIns="0" rIns="0" bIns="0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1500" b="1"/>
            </a:lvl1pPr>
            <a:lvl2pPr marL="0" indent="0">
              <a:spcBef>
                <a:spcPts val="0"/>
              </a:spcBef>
              <a:buFontTx/>
              <a:buNone/>
              <a:defRPr sz="1500"/>
            </a:lvl2pPr>
            <a:lvl3pPr marL="0" indent="0">
              <a:buFontTx/>
              <a:buNone/>
              <a:defRPr sz="1500"/>
            </a:lvl3pPr>
            <a:lvl4pPr marL="0" indent="0">
              <a:buFontTx/>
              <a:buNone/>
              <a:defRPr sz="1500"/>
            </a:lvl4pPr>
            <a:lvl5pPr marL="0" indent="0">
              <a:buFontTx/>
              <a:buNone/>
              <a:defRPr sz="1500"/>
            </a:lvl5pPr>
          </a:lstStyle>
          <a:p>
            <a:pPr lvl="0"/>
            <a:r>
              <a:rPr lang="en-US"/>
              <a:t>Chart Title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Chart Placeholder 4">
            <a:extLst>
              <a:ext uri="{FF2B5EF4-FFF2-40B4-BE49-F238E27FC236}">
                <a16:creationId xmlns:a16="http://schemas.microsoft.com/office/drawing/2014/main" id="{113943AD-4D8A-7445-922D-105F46054563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8702407" y="2103438"/>
            <a:ext cx="3010622" cy="1719262"/>
          </a:xfrm>
        </p:spPr>
        <p:txBody>
          <a:bodyPr/>
          <a:lstStyle/>
          <a:p>
            <a:r>
              <a:rPr lang="en-US"/>
              <a:t>Click icon to add chart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52139955-5B84-9F46-89B8-C595E433A21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702407" y="4167187"/>
            <a:ext cx="3010622" cy="1449841"/>
          </a:xfrm>
        </p:spPr>
        <p:txBody>
          <a:bodyPr lIns="0" tIns="0" rIns="0" bIns="0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1500" b="1"/>
            </a:lvl1pPr>
            <a:lvl2pPr marL="0" indent="0">
              <a:spcBef>
                <a:spcPts val="0"/>
              </a:spcBef>
              <a:buFontTx/>
              <a:buNone/>
              <a:defRPr sz="1500"/>
            </a:lvl2pPr>
            <a:lvl3pPr marL="0" indent="0">
              <a:buFontTx/>
              <a:buNone/>
              <a:defRPr sz="1500"/>
            </a:lvl3pPr>
            <a:lvl4pPr marL="0" indent="0">
              <a:buFontTx/>
              <a:buNone/>
              <a:defRPr sz="1500"/>
            </a:lvl4pPr>
            <a:lvl5pPr marL="0" indent="0">
              <a:buFontTx/>
              <a:buNone/>
              <a:defRPr sz="1500"/>
            </a:lvl5pPr>
          </a:lstStyle>
          <a:p>
            <a:pPr lvl="0"/>
            <a:r>
              <a:rPr lang="en-US"/>
              <a:t>Chart Title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9" name="Chart Placeholder 4">
            <a:extLst>
              <a:ext uri="{FF2B5EF4-FFF2-40B4-BE49-F238E27FC236}">
                <a16:creationId xmlns:a16="http://schemas.microsoft.com/office/drawing/2014/main" id="{3FA63BAE-625A-CB47-AE4E-06BAFAC56682}"/>
              </a:ext>
            </a:extLst>
          </p:cNvPr>
          <p:cNvSpPr>
            <a:spLocks noGrp="1"/>
          </p:cNvSpPr>
          <p:nvPr>
            <p:ph type="chart" sz="quarter" idx="17"/>
          </p:nvPr>
        </p:nvSpPr>
        <p:spPr>
          <a:xfrm>
            <a:off x="588746" y="2103438"/>
            <a:ext cx="3010622" cy="1719262"/>
          </a:xfrm>
        </p:spPr>
        <p:txBody>
          <a:bodyPr/>
          <a:lstStyle/>
          <a:p>
            <a:r>
              <a:rPr lang="en-US"/>
              <a:t>Click icon to add chart</a:t>
            </a:r>
          </a:p>
        </p:txBody>
      </p:sp>
      <p:sp>
        <p:nvSpPr>
          <p:cNvPr id="20" name="Text Placeholder 6">
            <a:extLst>
              <a:ext uri="{FF2B5EF4-FFF2-40B4-BE49-F238E27FC236}">
                <a16:creationId xmlns:a16="http://schemas.microsoft.com/office/drawing/2014/main" id="{D4FEF755-EE08-D343-8AFC-1BA6EDB5454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88746" y="4167187"/>
            <a:ext cx="3010622" cy="1449841"/>
          </a:xfrm>
        </p:spPr>
        <p:txBody>
          <a:bodyPr lIns="0" tIns="0" rIns="0" bIns="0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1500" b="1"/>
            </a:lvl1pPr>
            <a:lvl2pPr marL="0" indent="0">
              <a:spcBef>
                <a:spcPts val="0"/>
              </a:spcBef>
              <a:buFontTx/>
              <a:buNone/>
              <a:defRPr sz="1500"/>
            </a:lvl2pPr>
            <a:lvl3pPr marL="0" indent="0">
              <a:buFontTx/>
              <a:buNone/>
              <a:defRPr sz="1500"/>
            </a:lvl3pPr>
            <a:lvl4pPr marL="0" indent="0">
              <a:buFontTx/>
              <a:buNone/>
              <a:defRPr sz="1500"/>
            </a:lvl4pPr>
            <a:lvl5pPr marL="0" indent="0">
              <a:buFontTx/>
              <a:buNone/>
              <a:defRPr sz="1500"/>
            </a:lvl5pPr>
          </a:lstStyle>
          <a:p>
            <a:pPr lvl="0"/>
            <a:r>
              <a:rPr lang="en-US"/>
              <a:t>Chart Title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Text Placeholder 14">
            <a:extLst>
              <a:ext uri="{FF2B5EF4-FFF2-40B4-BE49-F238E27FC236}">
                <a16:creationId xmlns:a16="http://schemas.microsoft.com/office/drawing/2014/main" id="{110BC8F9-B0D9-254F-8332-5270A422039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8746" y="783874"/>
            <a:ext cx="4706694" cy="308640"/>
          </a:xfr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800" b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12" name="Text Placeholder 14">
            <a:extLst>
              <a:ext uri="{FF2B5EF4-FFF2-40B4-BE49-F238E27FC236}">
                <a16:creationId xmlns:a16="http://schemas.microsoft.com/office/drawing/2014/main" id="{2C2879C3-0F85-C14A-9797-330EE62E54D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8746" y="518718"/>
            <a:ext cx="4706694" cy="265155"/>
          </a:xfr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800" b="1">
                <a:solidFill>
                  <a:schemeClr val="accent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Title .I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65CD8B16-0B34-494D-8CD0-2367793C847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8902" y="5975679"/>
            <a:ext cx="1188000" cy="602701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7D53B77-A4EF-8144-869F-1B6655D6FC8C}"/>
              </a:ext>
            </a:extLst>
          </p:cNvPr>
          <p:cNvSpPr txBox="1"/>
          <p:nvPr userDrawn="1"/>
        </p:nvSpPr>
        <p:spPr>
          <a:xfrm>
            <a:off x="11241741" y="6468362"/>
            <a:ext cx="673701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1000" b="1">
                <a:solidFill>
                  <a:schemeClr val="accent1"/>
                </a:solidFill>
              </a:rPr>
              <a:t>Page </a:t>
            </a:r>
            <a:fld id="{FC9FC9D7-915B-9341-8CE7-7F25DC3278B5}" type="slidenum">
              <a:rPr lang="en-US" sz="1000" b="1" smtClean="0">
                <a:solidFill>
                  <a:schemeClr val="accent1"/>
                </a:solidFill>
              </a:rPr>
              <a:pPr algn="r"/>
              <a:t>‹#›</a:t>
            </a:fld>
            <a:endParaRPr lang="en-US" sz="1000" b="1">
              <a:solidFill>
                <a:schemeClr val="accent1"/>
              </a:solidFill>
            </a:endParaRPr>
          </a:p>
        </p:txBody>
      </p:sp>
      <p:sp>
        <p:nvSpPr>
          <p:cNvPr id="24" name="Text Placeholder 14">
            <a:extLst>
              <a:ext uri="{FF2B5EF4-FFF2-40B4-BE49-F238E27FC236}">
                <a16:creationId xmlns:a16="http://schemas.microsoft.com/office/drawing/2014/main" id="{E0BE4593-C62D-2F4E-A156-639B764571E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60784" y="6481876"/>
            <a:ext cx="4993193" cy="153887"/>
          </a:xfrm>
        </p:spPr>
        <p:txBody>
          <a:bodyPr lIns="0" tIns="0" rIns="0" bIns="0">
            <a:noAutofit/>
          </a:bodyPr>
          <a:lstStyle>
            <a:lvl1pPr marL="0" indent="0" algn="r">
              <a:buFontTx/>
              <a:buNone/>
              <a:defRPr sz="1000" b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Section title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80DF98A-13A4-D44C-8447-2B6FAA35F826}"/>
              </a:ext>
            </a:extLst>
          </p:cNvPr>
          <p:cNvCxnSpPr/>
          <p:nvPr userDrawn="1"/>
        </p:nvCxnSpPr>
        <p:spPr>
          <a:xfrm>
            <a:off x="4126230" y="1605280"/>
            <a:ext cx="0" cy="432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1BDDF7A-FF9B-F34E-8416-F50546766EC5}"/>
              </a:ext>
            </a:extLst>
          </p:cNvPr>
          <p:cNvCxnSpPr>
            <a:cxnSpLocks/>
          </p:cNvCxnSpPr>
          <p:nvPr userDrawn="1"/>
        </p:nvCxnSpPr>
        <p:spPr>
          <a:xfrm>
            <a:off x="8138160" y="1605280"/>
            <a:ext cx="0" cy="432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7EA6B43E-87C5-B547-9A9F-862D5D75726D}"/>
              </a:ext>
            </a:extLst>
          </p:cNvPr>
          <p:cNvSpPr/>
          <p:nvPr userDrawn="1"/>
        </p:nvSpPr>
        <p:spPr>
          <a:xfrm>
            <a:off x="0" y="543484"/>
            <a:ext cx="306000" cy="111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BF769A99-F3FC-D449-B1B5-1CD77AE7B5C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88902" y="5975894"/>
            <a:ext cx="1188000" cy="602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59166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&amp; 1 column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4">
            <a:extLst>
              <a:ext uri="{FF2B5EF4-FFF2-40B4-BE49-F238E27FC236}">
                <a16:creationId xmlns:a16="http://schemas.microsoft.com/office/drawing/2014/main" id="{110BC8F9-B0D9-254F-8332-5270A422039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8746" y="783874"/>
            <a:ext cx="4706694" cy="308640"/>
          </a:xfr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800" b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12" name="Text Placeholder 14">
            <a:extLst>
              <a:ext uri="{FF2B5EF4-FFF2-40B4-BE49-F238E27FC236}">
                <a16:creationId xmlns:a16="http://schemas.microsoft.com/office/drawing/2014/main" id="{2C2879C3-0F85-C14A-9797-330EE62E54D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8746" y="518718"/>
            <a:ext cx="4706694" cy="265155"/>
          </a:xfr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800" b="1">
                <a:solidFill>
                  <a:schemeClr val="accent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Title .I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65CD8B16-0B34-494D-8CD0-2367793C847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8902" y="5975679"/>
            <a:ext cx="1188000" cy="602701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7D53B77-A4EF-8144-869F-1B6655D6FC8C}"/>
              </a:ext>
            </a:extLst>
          </p:cNvPr>
          <p:cNvSpPr txBox="1"/>
          <p:nvPr userDrawn="1"/>
        </p:nvSpPr>
        <p:spPr>
          <a:xfrm>
            <a:off x="11241741" y="6468362"/>
            <a:ext cx="673701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1000" b="1">
                <a:solidFill>
                  <a:schemeClr val="accent1"/>
                </a:solidFill>
              </a:rPr>
              <a:t>Page </a:t>
            </a:r>
            <a:fld id="{FC9FC9D7-915B-9341-8CE7-7F25DC3278B5}" type="slidenum">
              <a:rPr lang="en-US" sz="1000" b="1" smtClean="0">
                <a:solidFill>
                  <a:schemeClr val="accent1"/>
                </a:solidFill>
              </a:rPr>
              <a:pPr algn="r"/>
              <a:t>‹#›</a:t>
            </a:fld>
            <a:endParaRPr lang="en-US" sz="1000" b="1">
              <a:solidFill>
                <a:schemeClr val="accent1"/>
              </a:solidFill>
            </a:endParaRPr>
          </a:p>
        </p:txBody>
      </p:sp>
      <p:sp>
        <p:nvSpPr>
          <p:cNvPr id="24" name="Text Placeholder 14">
            <a:extLst>
              <a:ext uri="{FF2B5EF4-FFF2-40B4-BE49-F238E27FC236}">
                <a16:creationId xmlns:a16="http://schemas.microsoft.com/office/drawing/2014/main" id="{E0BE4593-C62D-2F4E-A156-639B764571E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60784" y="6481876"/>
            <a:ext cx="4993193" cy="153887"/>
          </a:xfrm>
        </p:spPr>
        <p:txBody>
          <a:bodyPr lIns="0" tIns="0" rIns="0" bIns="0">
            <a:noAutofit/>
          </a:bodyPr>
          <a:lstStyle>
            <a:lvl1pPr marL="0" indent="0" algn="r">
              <a:buFontTx/>
              <a:buNone/>
              <a:defRPr sz="1000" b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Section title</a:t>
            </a:r>
          </a:p>
        </p:txBody>
      </p:sp>
      <p:sp>
        <p:nvSpPr>
          <p:cNvPr id="21" name="Content Placeholder 9">
            <a:extLst>
              <a:ext uri="{FF2B5EF4-FFF2-40B4-BE49-F238E27FC236}">
                <a16:creationId xmlns:a16="http://schemas.microsoft.com/office/drawing/2014/main" id="{DCCED9D6-8BE4-8040-ABC6-F3E74F671D8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029426" y="1659485"/>
            <a:ext cx="4706694" cy="4157505"/>
          </a:xfrm>
        </p:spPr>
        <p:txBody>
          <a:bodyPr lIns="0" tIns="0" rIns="0" bIns="0">
            <a:noAutofit/>
          </a:bodyPr>
          <a:lstStyle>
            <a:lvl1pPr marL="0" indent="0">
              <a:spcBef>
                <a:spcPts val="1200"/>
              </a:spcBef>
              <a:buFontTx/>
              <a:buNone/>
              <a:defRPr>
                <a:solidFill>
                  <a:schemeClr val="accent1"/>
                </a:solidFill>
              </a:defRPr>
            </a:lvl1pPr>
            <a:lvl2pPr marL="0" indent="0">
              <a:spcBef>
                <a:spcPts val="1200"/>
              </a:spcBef>
              <a:buFontTx/>
              <a:buNone/>
              <a:defRPr>
                <a:solidFill>
                  <a:schemeClr val="accent1"/>
                </a:solidFill>
              </a:defRPr>
            </a:lvl2pPr>
            <a:lvl3pPr marL="0" indent="0">
              <a:spcBef>
                <a:spcPts val="1200"/>
              </a:spcBef>
              <a:buFontTx/>
              <a:buNone/>
              <a:defRPr>
                <a:solidFill>
                  <a:schemeClr val="accent1"/>
                </a:solidFill>
              </a:defRPr>
            </a:lvl3pPr>
            <a:lvl4pPr marL="0" indent="0">
              <a:spcBef>
                <a:spcPts val="1200"/>
              </a:spcBef>
              <a:buFontTx/>
              <a:buNone/>
              <a:defRPr>
                <a:solidFill>
                  <a:schemeClr val="accent1"/>
                </a:solidFill>
              </a:defRPr>
            </a:lvl4pPr>
            <a:lvl5pPr marL="0" indent="0">
              <a:spcBef>
                <a:spcPts val="1200"/>
              </a:spcBef>
              <a:buFontTx/>
              <a:buNone/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3" name="Chart Placeholder 4">
            <a:extLst>
              <a:ext uri="{FF2B5EF4-FFF2-40B4-BE49-F238E27FC236}">
                <a16:creationId xmlns:a16="http://schemas.microsoft.com/office/drawing/2014/main" id="{2252A71A-0360-C646-B313-D84F06354140}"/>
              </a:ext>
            </a:extLst>
          </p:cNvPr>
          <p:cNvSpPr>
            <a:spLocks noGrp="1"/>
          </p:cNvSpPr>
          <p:nvPr>
            <p:ph type="chart" sz="quarter" idx="17"/>
          </p:nvPr>
        </p:nvSpPr>
        <p:spPr>
          <a:xfrm>
            <a:off x="588746" y="1659485"/>
            <a:ext cx="4234714" cy="2163215"/>
          </a:xfrm>
        </p:spPr>
        <p:txBody>
          <a:bodyPr/>
          <a:lstStyle/>
          <a:p>
            <a:r>
              <a:rPr lang="en-US"/>
              <a:t>Click icon to add chart</a:t>
            </a:r>
          </a:p>
        </p:txBody>
      </p:sp>
      <p:sp>
        <p:nvSpPr>
          <p:cNvPr id="25" name="Text Placeholder 6">
            <a:extLst>
              <a:ext uri="{FF2B5EF4-FFF2-40B4-BE49-F238E27FC236}">
                <a16:creationId xmlns:a16="http://schemas.microsoft.com/office/drawing/2014/main" id="{2DA4613F-439B-C941-9C12-4A61AA658B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88746" y="4167187"/>
            <a:ext cx="3010622" cy="1449841"/>
          </a:xfrm>
        </p:spPr>
        <p:txBody>
          <a:bodyPr lIns="0" tIns="0" rIns="0" bIns="0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1500" b="1"/>
            </a:lvl1pPr>
            <a:lvl2pPr marL="0" indent="0">
              <a:spcBef>
                <a:spcPts val="0"/>
              </a:spcBef>
              <a:buFontTx/>
              <a:buNone/>
              <a:defRPr sz="1500"/>
            </a:lvl2pPr>
            <a:lvl3pPr marL="0" indent="0">
              <a:buFontTx/>
              <a:buNone/>
              <a:defRPr sz="1500"/>
            </a:lvl3pPr>
            <a:lvl4pPr marL="0" indent="0">
              <a:buFontTx/>
              <a:buNone/>
              <a:defRPr sz="1500"/>
            </a:lvl4pPr>
            <a:lvl5pPr marL="0" indent="0">
              <a:buFontTx/>
              <a:buNone/>
              <a:defRPr sz="1500"/>
            </a:lvl5pPr>
          </a:lstStyle>
          <a:p>
            <a:pPr lvl="0"/>
            <a:r>
              <a:rPr lang="en-US"/>
              <a:t>Chart Title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4D9BAC6-3F1A-F648-AF7A-5F04DC0F2B4F}"/>
              </a:ext>
            </a:extLst>
          </p:cNvPr>
          <p:cNvSpPr/>
          <p:nvPr userDrawn="1"/>
        </p:nvSpPr>
        <p:spPr>
          <a:xfrm>
            <a:off x="0" y="543484"/>
            <a:ext cx="306000" cy="525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13FABCF-D6CF-764B-8AA5-799A8029BE5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88902" y="5975894"/>
            <a:ext cx="1188000" cy="602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39795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&amp;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EF94F0F3-B151-E34D-ABB5-78E5693349C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625707" y="4167187"/>
            <a:ext cx="3010622" cy="1449841"/>
          </a:xfrm>
        </p:spPr>
        <p:txBody>
          <a:bodyPr lIns="0" tIns="0" rIns="0" bIns="0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1500" b="1"/>
            </a:lvl1pPr>
            <a:lvl2pPr marL="0" indent="0">
              <a:spcBef>
                <a:spcPts val="0"/>
              </a:spcBef>
              <a:buFontTx/>
              <a:buNone/>
              <a:defRPr sz="1500"/>
            </a:lvl2pPr>
            <a:lvl3pPr marL="0" indent="0">
              <a:buFontTx/>
              <a:buNone/>
              <a:defRPr sz="1500"/>
            </a:lvl3pPr>
            <a:lvl4pPr marL="0" indent="0">
              <a:buFontTx/>
              <a:buNone/>
              <a:defRPr sz="1500"/>
            </a:lvl4pPr>
            <a:lvl5pPr marL="0" indent="0">
              <a:buFontTx/>
              <a:buNone/>
              <a:defRPr sz="1500"/>
            </a:lvl5pPr>
          </a:lstStyle>
          <a:p>
            <a:pPr lvl="0"/>
            <a:r>
              <a:rPr lang="en-US"/>
              <a:t>Chart Title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52139955-5B84-9F46-89B8-C595E433A21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702407" y="4167187"/>
            <a:ext cx="3010622" cy="1449841"/>
          </a:xfrm>
        </p:spPr>
        <p:txBody>
          <a:bodyPr lIns="0" tIns="0" rIns="0" bIns="0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1500" b="1"/>
            </a:lvl1pPr>
            <a:lvl2pPr marL="0" indent="0">
              <a:spcBef>
                <a:spcPts val="0"/>
              </a:spcBef>
              <a:buFontTx/>
              <a:buNone/>
              <a:defRPr sz="1500"/>
            </a:lvl2pPr>
            <a:lvl3pPr marL="0" indent="0">
              <a:buFontTx/>
              <a:buNone/>
              <a:defRPr sz="1500"/>
            </a:lvl3pPr>
            <a:lvl4pPr marL="0" indent="0">
              <a:buFontTx/>
              <a:buNone/>
              <a:defRPr sz="1500"/>
            </a:lvl4pPr>
            <a:lvl5pPr marL="0" indent="0">
              <a:buFontTx/>
              <a:buNone/>
              <a:defRPr sz="1500"/>
            </a:lvl5pPr>
          </a:lstStyle>
          <a:p>
            <a:pPr lvl="0"/>
            <a:r>
              <a:rPr lang="en-US"/>
              <a:t>Chart Title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0" name="Text Placeholder 6">
            <a:extLst>
              <a:ext uri="{FF2B5EF4-FFF2-40B4-BE49-F238E27FC236}">
                <a16:creationId xmlns:a16="http://schemas.microsoft.com/office/drawing/2014/main" id="{D4FEF755-EE08-D343-8AFC-1BA6EDB5454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88746" y="4167187"/>
            <a:ext cx="3010622" cy="1449841"/>
          </a:xfrm>
        </p:spPr>
        <p:txBody>
          <a:bodyPr lIns="0" tIns="0" rIns="0" bIns="0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1500" b="1"/>
            </a:lvl1pPr>
            <a:lvl2pPr marL="0" indent="0">
              <a:spcBef>
                <a:spcPts val="0"/>
              </a:spcBef>
              <a:buFontTx/>
              <a:buNone/>
              <a:defRPr sz="1500"/>
            </a:lvl2pPr>
            <a:lvl3pPr marL="0" indent="0">
              <a:buFontTx/>
              <a:buNone/>
              <a:defRPr sz="1500"/>
            </a:lvl3pPr>
            <a:lvl4pPr marL="0" indent="0">
              <a:buFontTx/>
              <a:buNone/>
              <a:defRPr sz="1500"/>
            </a:lvl4pPr>
            <a:lvl5pPr marL="0" indent="0">
              <a:buFontTx/>
              <a:buNone/>
              <a:defRPr sz="1500"/>
            </a:lvl5pPr>
          </a:lstStyle>
          <a:p>
            <a:pPr lvl="0"/>
            <a:r>
              <a:rPr lang="en-US"/>
              <a:t>Chart Title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Text Placeholder 14">
            <a:extLst>
              <a:ext uri="{FF2B5EF4-FFF2-40B4-BE49-F238E27FC236}">
                <a16:creationId xmlns:a16="http://schemas.microsoft.com/office/drawing/2014/main" id="{110BC8F9-B0D9-254F-8332-5270A422039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8746" y="783874"/>
            <a:ext cx="4706694" cy="308640"/>
          </a:xfr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800" b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12" name="Text Placeholder 14">
            <a:extLst>
              <a:ext uri="{FF2B5EF4-FFF2-40B4-BE49-F238E27FC236}">
                <a16:creationId xmlns:a16="http://schemas.microsoft.com/office/drawing/2014/main" id="{2C2879C3-0F85-C14A-9797-330EE62E54D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8746" y="518718"/>
            <a:ext cx="4706694" cy="265155"/>
          </a:xfr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800" b="1">
                <a:solidFill>
                  <a:schemeClr val="accent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Title .I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65CD8B16-0B34-494D-8CD0-2367793C847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8902" y="5975679"/>
            <a:ext cx="1188000" cy="602701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7D53B77-A4EF-8144-869F-1B6655D6FC8C}"/>
              </a:ext>
            </a:extLst>
          </p:cNvPr>
          <p:cNvSpPr txBox="1"/>
          <p:nvPr userDrawn="1"/>
        </p:nvSpPr>
        <p:spPr>
          <a:xfrm>
            <a:off x="11241741" y="6468362"/>
            <a:ext cx="673701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1000" b="1">
                <a:solidFill>
                  <a:schemeClr val="accent1"/>
                </a:solidFill>
              </a:rPr>
              <a:t>Page </a:t>
            </a:r>
            <a:fld id="{FC9FC9D7-915B-9341-8CE7-7F25DC3278B5}" type="slidenum">
              <a:rPr lang="en-US" sz="1000" b="1" smtClean="0">
                <a:solidFill>
                  <a:schemeClr val="accent1"/>
                </a:solidFill>
              </a:rPr>
              <a:pPr algn="r"/>
              <a:t>‹#›</a:t>
            </a:fld>
            <a:endParaRPr lang="en-US" sz="1000" b="1">
              <a:solidFill>
                <a:schemeClr val="accent1"/>
              </a:solidFill>
            </a:endParaRPr>
          </a:p>
        </p:txBody>
      </p:sp>
      <p:sp>
        <p:nvSpPr>
          <p:cNvPr id="24" name="Text Placeholder 14">
            <a:extLst>
              <a:ext uri="{FF2B5EF4-FFF2-40B4-BE49-F238E27FC236}">
                <a16:creationId xmlns:a16="http://schemas.microsoft.com/office/drawing/2014/main" id="{E0BE4593-C62D-2F4E-A156-639B764571E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60784" y="6481876"/>
            <a:ext cx="4993193" cy="153887"/>
          </a:xfrm>
        </p:spPr>
        <p:txBody>
          <a:bodyPr lIns="0" tIns="0" rIns="0" bIns="0">
            <a:noAutofit/>
          </a:bodyPr>
          <a:lstStyle>
            <a:lvl1pPr marL="0" indent="0" algn="r">
              <a:buFontTx/>
              <a:buNone/>
              <a:defRPr sz="1000" b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Section title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80DF98A-13A4-D44C-8447-2B6FAA35F826}"/>
              </a:ext>
            </a:extLst>
          </p:cNvPr>
          <p:cNvCxnSpPr/>
          <p:nvPr userDrawn="1"/>
        </p:nvCxnSpPr>
        <p:spPr>
          <a:xfrm>
            <a:off x="4126230" y="1605280"/>
            <a:ext cx="0" cy="432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1BDDF7A-FF9B-F34E-8416-F50546766EC5}"/>
              </a:ext>
            </a:extLst>
          </p:cNvPr>
          <p:cNvCxnSpPr>
            <a:cxnSpLocks/>
          </p:cNvCxnSpPr>
          <p:nvPr userDrawn="1"/>
        </p:nvCxnSpPr>
        <p:spPr>
          <a:xfrm>
            <a:off x="8138160" y="1605280"/>
            <a:ext cx="0" cy="432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Picture Placeholder 2">
            <a:extLst>
              <a:ext uri="{FF2B5EF4-FFF2-40B4-BE49-F238E27FC236}">
                <a16:creationId xmlns:a16="http://schemas.microsoft.com/office/drawing/2014/main" id="{14837E72-0900-5042-88FC-10962AE5E5B0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588963" y="2103438"/>
            <a:ext cx="1692000" cy="1692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3" name="Picture Placeholder 2">
            <a:extLst>
              <a:ext uri="{FF2B5EF4-FFF2-40B4-BE49-F238E27FC236}">
                <a16:creationId xmlns:a16="http://schemas.microsoft.com/office/drawing/2014/main" id="{22C70992-B05B-1340-95DE-A6A8FB401B71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625707" y="2103438"/>
            <a:ext cx="1692000" cy="1692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5" name="Picture Placeholder 2">
            <a:extLst>
              <a:ext uri="{FF2B5EF4-FFF2-40B4-BE49-F238E27FC236}">
                <a16:creationId xmlns:a16="http://schemas.microsoft.com/office/drawing/2014/main" id="{2B82368A-6340-944E-9B0A-7F9427479E0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8702407" y="2103438"/>
            <a:ext cx="1692000" cy="1692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BF2179B-8A2E-5147-813E-B8034A93D4E7}"/>
              </a:ext>
            </a:extLst>
          </p:cNvPr>
          <p:cNvSpPr/>
          <p:nvPr userDrawn="1"/>
        </p:nvSpPr>
        <p:spPr>
          <a:xfrm>
            <a:off x="0" y="543484"/>
            <a:ext cx="306000" cy="111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90336DB8-0529-CE4F-9661-CB5C2521A81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88902" y="5975894"/>
            <a:ext cx="1188000" cy="602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60305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resentation Titl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1">
            <a:extLst>
              <a:ext uri="{FF2B5EF4-FFF2-40B4-BE49-F238E27FC236}">
                <a16:creationId xmlns:a16="http://schemas.microsoft.com/office/drawing/2014/main" id="{CFB5A374-F467-7041-AA02-1202E18ACE7F}"/>
              </a:ext>
            </a:extLst>
          </p:cNvPr>
          <p:cNvSpPr/>
          <p:nvPr userDrawn="1"/>
        </p:nvSpPr>
        <p:spPr>
          <a:xfrm>
            <a:off x="6753465" y="0"/>
            <a:ext cx="5439740" cy="6858000"/>
          </a:xfrm>
          <a:custGeom>
            <a:avLst/>
            <a:gdLst>
              <a:gd name="connsiteX0" fmla="*/ 2019389 w 5439740"/>
              <a:gd name="connsiteY0" fmla="*/ 0 h 6858000"/>
              <a:gd name="connsiteX1" fmla="*/ 5439740 w 5439740"/>
              <a:gd name="connsiteY1" fmla="*/ 0 h 6858000"/>
              <a:gd name="connsiteX2" fmla="*/ 5439740 w 5439740"/>
              <a:gd name="connsiteY2" fmla="*/ 6858000 h 6858000"/>
              <a:gd name="connsiteX3" fmla="*/ 2019389 w 5439740"/>
              <a:gd name="connsiteY3" fmla="*/ 6858000 h 6858000"/>
              <a:gd name="connsiteX4" fmla="*/ 1346263 w 5439740"/>
              <a:gd name="connsiteY4" fmla="*/ 0 h 6858000"/>
              <a:gd name="connsiteX5" fmla="*/ 1857412 w 5439740"/>
              <a:gd name="connsiteY5" fmla="*/ 0 h 6858000"/>
              <a:gd name="connsiteX6" fmla="*/ 1857412 w 5439740"/>
              <a:gd name="connsiteY6" fmla="*/ 6858000 h 6858000"/>
              <a:gd name="connsiteX7" fmla="*/ 1346263 w 5439740"/>
              <a:gd name="connsiteY7" fmla="*/ 6858000 h 6858000"/>
              <a:gd name="connsiteX8" fmla="*/ 673138 w 5439740"/>
              <a:gd name="connsiteY8" fmla="*/ 0 h 6858000"/>
              <a:gd name="connsiteX9" fmla="*/ 962190 w 5439740"/>
              <a:gd name="connsiteY9" fmla="*/ 0 h 6858000"/>
              <a:gd name="connsiteX10" fmla="*/ 962190 w 5439740"/>
              <a:gd name="connsiteY10" fmla="*/ 6858000 h 6858000"/>
              <a:gd name="connsiteX11" fmla="*/ 673138 w 5439740"/>
              <a:gd name="connsiteY11" fmla="*/ 6858000 h 6858000"/>
              <a:gd name="connsiteX12" fmla="*/ 0 w 5439740"/>
              <a:gd name="connsiteY12" fmla="*/ 0 h 6858000"/>
              <a:gd name="connsiteX13" fmla="*/ 66955 w 5439740"/>
              <a:gd name="connsiteY13" fmla="*/ 0 h 6858000"/>
              <a:gd name="connsiteX14" fmla="*/ 66955 w 5439740"/>
              <a:gd name="connsiteY14" fmla="*/ 6858000 h 6858000"/>
              <a:gd name="connsiteX15" fmla="*/ 0 w 5439740"/>
              <a:gd name="connsiteY15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439740" h="6858000">
                <a:moveTo>
                  <a:pt x="2019389" y="0"/>
                </a:moveTo>
                <a:lnTo>
                  <a:pt x="5439740" y="0"/>
                </a:lnTo>
                <a:lnTo>
                  <a:pt x="5439740" y="6858000"/>
                </a:lnTo>
                <a:lnTo>
                  <a:pt x="2019389" y="6858000"/>
                </a:lnTo>
                <a:close/>
                <a:moveTo>
                  <a:pt x="1346263" y="0"/>
                </a:moveTo>
                <a:lnTo>
                  <a:pt x="1857412" y="0"/>
                </a:lnTo>
                <a:lnTo>
                  <a:pt x="1857412" y="6858000"/>
                </a:lnTo>
                <a:lnTo>
                  <a:pt x="1346263" y="6858000"/>
                </a:lnTo>
                <a:close/>
                <a:moveTo>
                  <a:pt x="673138" y="0"/>
                </a:moveTo>
                <a:lnTo>
                  <a:pt x="962190" y="0"/>
                </a:lnTo>
                <a:lnTo>
                  <a:pt x="962190" y="6858000"/>
                </a:lnTo>
                <a:lnTo>
                  <a:pt x="673138" y="6858000"/>
                </a:lnTo>
                <a:close/>
                <a:moveTo>
                  <a:pt x="0" y="0"/>
                </a:moveTo>
                <a:lnTo>
                  <a:pt x="66955" y="0"/>
                </a:lnTo>
                <a:lnTo>
                  <a:pt x="66955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  <p:sp>
        <p:nvSpPr>
          <p:cNvPr id="6" name="Text Placeholder 14">
            <a:extLst>
              <a:ext uri="{FF2B5EF4-FFF2-40B4-BE49-F238E27FC236}">
                <a16:creationId xmlns:a16="http://schemas.microsoft.com/office/drawing/2014/main" id="{CD595545-AD39-6944-9274-FB1CC973B9B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620532" y="2488595"/>
            <a:ext cx="4749063" cy="2158838"/>
          </a:xfrm>
        </p:spPr>
        <p:txBody>
          <a:bodyPr lIns="0" tIns="0" rIns="0" bIns="0" anchor="t" anchorCtr="0">
            <a:noAutofit/>
          </a:bodyPr>
          <a:lstStyle>
            <a:lvl1pPr marL="0" indent="0">
              <a:buFontTx/>
              <a:buNone/>
              <a:defRPr sz="4800" b="1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Thank you!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7220BD-AC00-9549-8E11-85A56860B72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620532" y="5176872"/>
            <a:ext cx="2378028" cy="12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435931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fographics &amp; 1 column Text v1" userDrawn="1">
  <p:cSld name="1_Infographics &amp; 1 column Text v1">
    <p:bg>
      <p:bgPr>
        <a:solidFill>
          <a:schemeClr val="lt1"/>
        </a:solidFill>
        <a:effectLst/>
      </p:bgPr>
    </p:bg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oogle Shape;31;p6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88902" y="5975679"/>
            <a:ext cx="1188000" cy="602701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62"/>
          <p:cNvSpPr txBox="1"/>
          <p:nvPr/>
        </p:nvSpPr>
        <p:spPr>
          <a:xfrm>
            <a:off x="11241741" y="6468362"/>
            <a:ext cx="67370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Page </a:t>
            </a:r>
            <a:fld id="{00000000-1234-1234-1234-123412341234}" type="slidenum">
              <a:rPr lang="en-US" sz="1000" b="1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000" b="1">
              <a:solidFill>
                <a:schemeClr val="accen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62"/>
          <p:cNvSpPr/>
          <p:nvPr/>
        </p:nvSpPr>
        <p:spPr>
          <a:xfrm>
            <a:off x="0" y="543484"/>
            <a:ext cx="306000" cy="111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" name="Google Shape;38;p6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8902" y="5975894"/>
            <a:ext cx="1188000" cy="602486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23;p61">
            <a:extLst>
              <a:ext uri="{FF2B5EF4-FFF2-40B4-BE49-F238E27FC236}">
                <a16:creationId xmlns:a16="http://schemas.microsoft.com/office/drawing/2014/main" id="{EAFCE42F-C99B-8715-637C-EECF14C9B6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88746" y="783874"/>
            <a:ext cx="11144076" cy="3085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lv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Arial"/>
              <a:buNone/>
              <a:defRPr sz="1800" b="0">
                <a:solidFill>
                  <a:schemeClr val="accent1"/>
                </a:solidFill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>
                <a:solidFill>
                  <a:schemeClr val="lt1"/>
                </a:solidFill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Char char="•"/>
              <a:defRPr>
                <a:solidFill>
                  <a:schemeClr val="lt1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" name="Google Shape;24;p61">
            <a:extLst>
              <a:ext uri="{FF2B5EF4-FFF2-40B4-BE49-F238E27FC236}">
                <a16:creationId xmlns:a16="http://schemas.microsoft.com/office/drawing/2014/main" id="{AABA8676-7CCD-5034-13AB-56B12775404C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588746" y="518718"/>
            <a:ext cx="11144076" cy="265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lv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Arial"/>
              <a:buNone/>
              <a:defRPr sz="1800" b="1">
                <a:solidFill>
                  <a:schemeClr val="accent1"/>
                </a:solidFill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>
                <a:solidFill>
                  <a:schemeClr val="lt1"/>
                </a:solidFill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Char char="•"/>
              <a:defRPr>
                <a:solidFill>
                  <a:schemeClr val="lt1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" name="Google Shape;25;p61">
            <a:extLst>
              <a:ext uri="{FF2B5EF4-FFF2-40B4-BE49-F238E27FC236}">
                <a16:creationId xmlns:a16="http://schemas.microsoft.com/office/drawing/2014/main" id="{220E5966-9787-9C52-491A-68465762ED74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6160784" y="6481876"/>
            <a:ext cx="4993193" cy="153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Arial"/>
              <a:buNone/>
              <a:defRPr sz="1000" b="0">
                <a:solidFill>
                  <a:schemeClr val="accent1"/>
                </a:solidFill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>
                <a:solidFill>
                  <a:schemeClr val="lt1"/>
                </a:solidFill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Char char="•"/>
              <a:defRPr>
                <a:solidFill>
                  <a:schemeClr val="lt1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97257001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EEC6424-503A-094C-9DB5-1785257890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7BA995-5442-7B45-9385-F1C8798313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097A87-AADD-3A40-B7FF-0249BE030D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21 June 2021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635262-A395-C04B-B11C-A7F614EC0E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Presentation Title | Version 1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A11CC4-CE34-544D-96F2-8AD4885D47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51A9E1-DD8B-D244-BDAD-335323A52C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336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  <p:sldLayoutId id="2147483674" r:id="rId12"/>
    <p:sldLayoutId id="2147483675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1.xml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2.xml"/><Relationship Id="rId2" Type="http://schemas.openxmlformats.org/officeDocument/2006/relationships/slideLayout" Target="../slideLayouts/slideLayout4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30">
          <a:extLst>
            <a:ext uri="{FF2B5EF4-FFF2-40B4-BE49-F238E27FC236}">
              <a16:creationId xmlns:a16="http://schemas.microsoft.com/office/drawing/2014/main" id="{40A4313A-04E5-B7AA-FB34-A908F12AA9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C192ED5A-E0CC-78A9-6F1C-4C369B19141C}"/>
              </a:ext>
            </a:extLst>
          </p:cNvPr>
          <p:cNvSpPr txBox="1">
            <a:spLocks/>
          </p:cNvSpPr>
          <p:nvPr/>
        </p:nvSpPr>
        <p:spPr>
          <a:xfrm>
            <a:off x="523962" y="491665"/>
            <a:ext cx="11144076" cy="26505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372A"/>
                </a:solidFill>
                <a:effectLst/>
                <a:uLnTx/>
                <a:uFillTx/>
                <a:latin typeface="Codec Pro ExtraBold" pitchFamily="2" charset="0"/>
                <a:ea typeface="+mn-ea"/>
                <a:cs typeface="Codec Pro ExtraBold" pitchFamily="2" charset="0"/>
              </a:rPr>
              <a:t>DRAFT: SLS Annual Assembly 2026 - Event Info (1/2)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9BBF09A-B7D6-6276-AE18-69F9150956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7799229"/>
              </p:ext>
            </p:extLst>
          </p:nvPr>
        </p:nvGraphicFramePr>
        <p:xfrm>
          <a:off x="325297" y="908718"/>
          <a:ext cx="4546566" cy="3264715"/>
        </p:xfrm>
        <a:graphic>
          <a:graphicData uri="http://schemas.openxmlformats.org/drawingml/2006/table">
            <a:tbl>
              <a:tblPr/>
              <a:tblGrid>
                <a:gridCol w="829735">
                  <a:extLst>
                    <a:ext uri="{9D8B030D-6E8A-4147-A177-3AD203B41FA5}">
                      <a16:colId xmlns:a16="http://schemas.microsoft.com/office/drawing/2014/main" val="206610997"/>
                    </a:ext>
                  </a:extLst>
                </a:gridCol>
                <a:gridCol w="1546028">
                  <a:extLst>
                    <a:ext uri="{9D8B030D-6E8A-4147-A177-3AD203B41FA5}">
                      <a16:colId xmlns:a16="http://schemas.microsoft.com/office/drawing/2014/main" val="1089554821"/>
                    </a:ext>
                  </a:extLst>
                </a:gridCol>
                <a:gridCol w="664981">
                  <a:extLst>
                    <a:ext uri="{9D8B030D-6E8A-4147-A177-3AD203B41FA5}">
                      <a16:colId xmlns:a16="http://schemas.microsoft.com/office/drawing/2014/main" val="3445249258"/>
                    </a:ext>
                  </a:extLst>
                </a:gridCol>
                <a:gridCol w="1505822">
                  <a:extLst>
                    <a:ext uri="{9D8B030D-6E8A-4147-A177-3AD203B41FA5}">
                      <a16:colId xmlns:a16="http://schemas.microsoft.com/office/drawing/2014/main" val="2377124296"/>
                    </a:ext>
                  </a:extLst>
                </a:gridCol>
              </a:tblGrid>
              <a:tr h="238133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+mn-cs"/>
                        </a:rPr>
                        <a:t>Main Information</a:t>
                      </a:r>
                    </a:p>
                  </a:txBody>
                  <a:tcPr marL="40095" marR="40095" marT="40095" marB="40095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72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en-US" sz="900" b="0" i="0" u="none" strike="noStrike">
                        <a:solidFill>
                          <a:schemeClr val="tx1"/>
                        </a:solidFill>
                        <a:effectLst/>
                        <a:latin typeface="Gotham" panose="02000504050000020004" pitchFamily="2" charset="0"/>
                        <a:cs typeface="Arial" panose="020B0604020202020204" pitchFamily="34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45720" algn="l" rtl="0" fontAlgn="ctr"/>
                      <a:endParaRPr lang="en-US" sz="900" b="1" i="0" u="none" strike="noStrike" kern="1200">
                        <a:solidFill>
                          <a:srgbClr val="737373"/>
                        </a:solidFill>
                        <a:effectLst/>
                        <a:latin typeface="Gotham" panose="02000504050000020004" pitchFamily="2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40095" marR="40095" marT="40095" marB="40095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0" i="0" u="none" strike="noStrike" kern="1200" noProof="0">
                        <a:effectLst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679557"/>
                  </a:ext>
                </a:extLst>
              </a:tr>
              <a:tr h="369760">
                <a:tc>
                  <a:txBody>
                    <a:bodyPr/>
                    <a:lstStyle/>
                    <a:p>
                      <a:pPr marL="4572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b="0" i="0" u="none" strike="noStrike" kern="1200" dirty="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Event Name</a:t>
                      </a:r>
                    </a:p>
                  </a:txBody>
                  <a:tcPr marL="40095" marR="40095" marT="40095" marB="40095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B78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Codec Pro"/>
                          <a:cs typeface="Arial"/>
                        </a:rPr>
                        <a:t>SLS Annual Assembly 2026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highlight>
                          <a:srgbClr val="00FFFF"/>
                        </a:highlight>
                        <a:latin typeface="Codec Pro"/>
                        <a:cs typeface="Arial" panose="020B0604020202020204" pitchFamily="34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45720" algn="l" rtl="0" fontAlgn="ctr"/>
                      <a:r>
                        <a:rPr lang="en-US" sz="900" b="0" i="0" u="none" strike="noStrike" kern="1200" dirty="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Event Sponsor</a:t>
                      </a:r>
                    </a:p>
                  </a:txBody>
                  <a:tcPr marL="40095" marR="40095" marT="40095" marB="40095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B78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i="0" u="none" strike="noStrike" kern="1200" noProof="0">
                          <a:effectLst/>
                          <a:latin typeface="Codec Pro"/>
                        </a:rPr>
                        <a:t>[TBC - Leadership Track]</a:t>
                      </a:r>
                    </a:p>
                  </a:txBody>
                  <a:tcPr marT="91440" marB="9144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8123047"/>
                  </a:ext>
                </a:extLst>
              </a:tr>
              <a:tr h="369760">
                <a:tc>
                  <a:txBody>
                    <a:bodyPr/>
                    <a:lstStyle/>
                    <a:p>
                      <a:pPr marL="4572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b="0" i="0" u="none" strike="noStrike" dirty="0">
                          <a:solidFill>
                            <a:schemeClr val="bg1"/>
                          </a:solidFill>
                          <a:effectLst/>
                          <a:latin typeface="Codec Pro"/>
                          <a:cs typeface="Arial" panose="020B0604020202020204" pitchFamily="34" charset="0"/>
                        </a:rPr>
                        <a:t>Track</a:t>
                      </a:r>
                      <a:br>
                        <a:rPr lang="en-US" sz="900" b="0" i="0" u="none" strike="noStrike" dirty="0">
                          <a:solidFill>
                            <a:schemeClr val="bg1"/>
                          </a:solidFill>
                          <a:effectLst/>
                          <a:latin typeface="Codec Pro"/>
                          <a:cs typeface="Arial" panose="020B0604020202020204" pitchFamily="34" charset="0"/>
                        </a:rPr>
                      </a:br>
                      <a:r>
                        <a:rPr lang="en-US" sz="900" b="0" i="0" u="none" strike="noStrike" dirty="0">
                          <a:solidFill>
                            <a:schemeClr val="bg1"/>
                          </a:solidFill>
                          <a:effectLst/>
                          <a:latin typeface="Codec Pro"/>
                          <a:cs typeface="Arial" panose="020B0604020202020204" pitchFamily="34" charset="0"/>
                        </a:rPr>
                        <a:t>Name</a:t>
                      </a:r>
                    </a:p>
                  </a:txBody>
                  <a:tcPr marL="40095" marR="40095" marT="40095" marB="40095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B78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Codec Pro"/>
                          <a:cs typeface="Arial" panose="020B0604020202020204" pitchFamily="34" charset="0"/>
                        </a:rPr>
                        <a:t>Leadership</a:t>
                      </a:r>
                    </a:p>
                  </a:txBody>
                  <a:tcPr marT="91440" marB="9144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45720" algn="l" rtl="0" fontAlgn="ctr"/>
                      <a:r>
                        <a:rPr lang="en-US" sz="900" b="0" i="0" u="none" strike="noStrike" kern="1200" dirty="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Event </a:t>
                      </a:r>
                      <a:br>
                        <a:rPr lang="en-US" sz="900" b="0" i="0" u="none" strike="noStrike" kern="1200" dirty="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</a:br>
                      <a:r>
                        <a:rPr lang="en-US" sz="900" b="0" i="0" u="none" strike="noStrike" kern="1200" dirty="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User</a:t>
                      </a:r>
                    </a:p>
                  </a:txBody>
                  <a:tcPr marL="40095" marR="40095" marT="40095" marB="40095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B78F"/>
                    </a:solidFill>
                  </a:tcPr>
                </a:tc>
                <a:tc>
                  <a:txBody>
                    <a:bodyPr/>
                    <a:lstStyle/>
                    <a:p>
                      <a:pPr marL="45720" lvl="0" algn="just">
                        <a:buNone/>
                      </a:pPr>
                      <a:r>
                        <a:rPr lang="en-US" sz="800" b="0" i="0" u="none" strike="noStrike" kern="1200">
                          <a:solidFill>
                            <a:schemeClr val="tx1"/>
                          </a:solidFill>
                          <a:effectLst/>
                          <a:latin typeface="Codec Pro"/>
                          <a:ea typeface="+mn-ea"/>
                          <a:cs typeface="+mn-cs"/>
                        </a:rPr>
                        <a:t>SLS / Leadership Track</a:t>
                      </a:r>
                    </a:p>
                  </a:txBody>
                  <a:tcPr marT="91440" marB="9144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914501"/>
                  </a:ext>
                </a:extLst>
              </a:tr>
              <a:tr h="369760">
                <a:tc>
                  <a:txBody>
                    <a:bodyPr/>
                    <a:lstStyle/>
                    <a:p>
                      <a:pPr marL="4572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b="0" i="0" u="none" strike="noStrike" dirty="0">
                          <a:solidFill>
                            <a:schemeClr val="bg1"/>
                          </a:solidFill>
                          <a:effectLst/>
                          <a:latin typeface="Codec Pro"/>
                          <a:cs typeface="Arial" panose="020B0604020202020204" pitchFamily="34" charset="0"/>
                        </a:rPr>
                        <a:t>Program</a:t>
                      </a:r>
                      <a:endParaRPr lang="en-US" sz="600" b="0" i="0" u="none" strike="noStrike" dirty="0">
                        <a:solidFill>
                          <a:schemeClr val="bg1"/>
                        </a:solidFill>
                        <a:effectLst/>
                        <a:latin typeface="Codec Pro"/>
                        <a:cs typeface="Arial" panose="020B0604020202020204" pitchFamily="34" charset="0"/>
                      </a:endParaRPr>
                    </a:p>
                  </a:txBody>
                  <a:tcPr marL="40095" marR="40095" marT="40095" marB="40095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B78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Codec Pro"/>
                          <a:cs typeface="Arial" panose="020B0604020202020204" pitchFamily="34" charset="0"/>
                        </a:rPr>
                        <a:t>SLS</a:t>
                      </a:r>
                    </a:p>
                  </a:txBody>
                  <a:tcPr marT="91440" marB="9144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4572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b="0" i="0" u="none" strike="noStrike" kern="120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Event Manager</a:t>
                      </a:r>
                    </a:p>
                  </a:txBody>
                  <a:tcPr marL="40095" marR="40095" marT="40095" marB="40095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72A"/>
                    </a:solidFill>
                  </a:tcPr>
                </a:tc>
                <a:tc>
                  <a:txBody>
                    <a:bodyPr/>
                    <a:lstStyle/>
                    <a:p>
                      <a:pPr marL="45720" lvl="0" algn="just" defTabSz="914264" rtl="0" eaLnBrk="1" fontAlgn="ctr" latinLnBrk="0" hangingPunct="1">
                        <a:buNone/>
                      </a:pPr>
                      <a:r>
                        <a:rPr lang="en-US" sz="800" b="0" i="0" u="none" strike="noStrike" kern="1200">
                          <a:solidFill>
                            <a:schemeClr val="tx1"/>
                          </a:solidFill>
                          <a:effectLst/>
                          <a:latin typeface="Codec Pro"/>
                          <a:ea typeface="+mn-ea"/>
                          <a:cs typeface="+mn-cs"/>
                        </a:rPr>
                        <a:t>[TBC - EMU]</a:t>
                      </a:r>
                      <a:endParaRPr lang="en-US" sz="800" b="0" i="0" u="none" strike="noStrike" kern="1200" dirty="0">
                        <a:solidFill>
                          <a:schemeClr val="tx1"/>
                        </a:solidFill>
                        <a:effectLst/>
                        <a:latin typeface="Codec Pro"/>
                        <a:ea typeface="+mn-ea"/>
                        <a:cs typeface="+mn-cs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8675490"/>
                  </a:ext>
                </a:extLst>
              </a:tr>
              <a:tr h="604225">
                <a:tc>
                  <a:txBody>
                    <a:bodyPr/>
                    <a:lstStyle/>
                    <a:p>
                      <a:pPr marL="4572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b="0" i="0" u="none" strike="noStrike" dirty="0">
                          <a:solidFill>
                            <a:schemeClr val="bg1"/>
                          </a:solidFill>
                          <a:effectLst/>
                          <a:latin typeface="Codec Pro"/>
                          <a:cs typeface="Arial" panose="020B0604020202020204" pitchFamily="34" charset="0"/>
                        </a:rPr>
                        <a:t>Milestone in Project Charter? </a:t>
                      </a:r>
                    </a:p>
                  </a:txBody>
                  <a:tcPr marL="40095" marR="40095" marT="40095" marB="40095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B78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Codec Pro"/>
                          <a:cs typeface="Arial" panose="020B0604020202020204" pitchFamily="34" charset="0"/>
                        </a:rPr>
                        <a:t>Yes</a:t>
                      </a:r>
                    </a:p>
                  </a:txBody>
                  <a:tcPr marT="91440" marB="9144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4572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b="0" i="0" u="none" strike="noStrike" dirty="0">
                          <a:solidFill>
                            <a:schemeClr val="bg1"/>
                          </a:solidFill>
                          <a:effectLst/>
                          <a:latin typeface="Codec Pro"/>
                          <a:cs typeface="Arial" panose="020B0604020202020204" pitchFamily="34" charset="0"/>
                        </a:rPr>
                        <a:t>Location</a:t>
                      </a:r>
                    </a:p>
                  </a:txBody>
                  <a:tcPr marL="40095" marR="40095" marT="40095" marB="40095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B78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b">
                        <a:buFont typeface="Arial" panose="020B0604020202020204" pitchFamily="34" charset="0"/>
                        <a:buNone/>
                      </a:pPr>
                      <a:r>
                        <a:rPr lang="en-US" sz="900" b="0" i="0" u="none" strike="noStrike" baseline="0" dirty="0">
                          <a:solidFill>
                            <a:schemeClr val="tx1"/>
                          </a:solidFill>
                          <a:effectLst/>
                          <a:latin typeface="Codec Pro"/>
                          <a:cs typeface="Arial" panose="020B0604020202020204" pitchFamily="34" charset="0"/>
                        </a:rPr>
                        <a:t>Hena Experience Center (proposed)</a:t>
                      </a:r>
                    </a:p>
                  </a:txBody>
                  <a:tcPr marT="91440" marB="9144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8814521"/>
                  </a:ext>
                </a:extLst>
              </a:tr>
              <a:tr h="531515">
                <a:tc>
                  <a:txBody>
                    <a:bodyPr/>
                    <a:lstStyle/>
                    <a:p>
                      <a:pPr marL="4572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b="0" i="0" u="none" strike="noStrike" kern="1200" dirty="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/>
                        </a:rPr>
                        <a:t>Interdependent Events / Programs</a:t>
                      </a:r>
                    </a:p>
                  </a:txBody>
                  <a:tcPr marL="40095" marR="40095" marT="40095" marB="40095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B78F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fontAlgn="b">
                        <a:buFont typeface="Arial" panose="020B0604020202020204" pitchFamily="34" charset="0"/>
                        <a:buChar char="•"/>
                      </a:pPr>
                      <a:r>
                        <a:rPr 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Codec Pro"/>
                          <a:cs typeface="Arial" panose="020B0604020202020204" pitchFamily="34" charset="0"/>
                        </a:rPr>
                        <a:t>Fellowship &amp; 2030 Leaders</a:t>
                      </a:r>
                    </a:p>
                  </a:txBody>
                  <a:tcPr marT="91440" marB="9144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b="0" i="0" u="none" strike="noStrike" dirty="0">
                          <a:solidFill>
                            <a:schemeClr val="bg1"/>
                          </a:solidFill>
                          <a:effectLst/>
                          <a:latin typeface="Codec Pro"/>
                          <a:cs typeface="Arial" panose="020B0604020202020204" pitchFamily="34" charset="0"/>
                        </a:rPr>
                        <a:t># of Attendees</a:t>
                      </a:r>
                      <a:endParaRPr dirty="0"/>
                    </a:p>
                  </a:txBody>
                  <a:tcPr marL="40095" marR="40095" marT="40095" marB="40095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B78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b="0" i="0" u="none" strike="noStrike" baseline="0" dirty="0">
                          <a:solidFill>
                            <a:schemeClr val="tx1"/>
                          </a:solidFill>
                          <a:effectLst/>
                          <a:latin typeface="Codec Pro"/>
                          <a:cs typeface="Arial" panose="020B0604020202020204" pitchFamily="34" charset="0"/>
                        </a:rPr>
                        <a:t>400 (estimated confirmed)</a:t>
                      </a:r>
                      <a:endParaRPr dirty="0"/>
                    </a:p>
                  </a:txBody>
                  <a:tcPr marT="91440" marB="9144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2786434"/>
                  </a:ext>
                </a:extLst>
              </a:tr>
              <a:tr h="340639">
                <a:tc rowSpan="2">
                  <a:txBody>
                    <a:bodyPr/>
                    <a:lstStyle/>
                    <a:p>
                      <a:pPr marL="4572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b="0" i="0" u="none" strike="noStrike" dirty="0">
                          <a:solidFill>
                            <a:schemeClr val="bg1"/>
                          </a:solidFill>
                          <a:effectLst/>
                          <a:latin typeface="Codec Pro"/>
                          <a:cs typeface="Arial" panose="020B0604020202020204" pitchFamily="34" charset="0"/>
                        </a:rPr>
                        <a:t>Event Access</a:t>
                      </a:r>
                    </a:p>
                  </a:txBody>
                  <a:tcPr marL="40095" marR="40095" marT="40095" marB="40095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B78F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l" fontAlgn="b">
                        <a:buFontTx/>
                        <a:buNone/>
                      </a:pPr>
                      <a:r>
                        <a:rPr 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Codec Pro"/>
                          <a:cs typeface="Arial" panose="020B0604020202020204" pitchFamily="34" charset="0"/>
                        </a:rPr>
                        <a:t>Private - invitation only</a:t>
                      </a:r>
                    </a:p>
                  </a:txBody>
                  <a:tcPr marT="91440" marB="9144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4572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b="0" i="0" u="none" strike="noStrike">
                          <a:solidFill>
                            <a:schemeClr val="bg1"/>
                          </a:solidFill>
                          <a:effectLst/>
                          <a:latin typeface="Codec Pro"/>
                          <a:cs typeface="Arial" panose="020B0604020202020204" pitchFamily="34" charset="0"/>
                        </a:rPr>
                        <a:t>Partcipent Numbers</a:t>
                      </a:r>
                      <a:endParaRPr lang="en-US" sz="900" b="0" i="0" u="none" strike="noStrike" dirty="0">
                        <a:solidFill>
                          <a:schemeClr val="bg1"/>
                        </a:solidFill>
                        <a:effectLst/>
                        <a:latin typeface="Codec Pro"/>
                        <a:cs typeface="Arial" panose="020B0604020202020204" pitchFamily="34" charset="0"/>
                      </a:endParaRPr>
                    </a:p>
                  </a:txBody>
                  <a:tcPr marL="40095" marR="40095" marT="40095" marB="40095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B78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b">
                        <a:buFontTx/>
                        <a:buNone/>
                      </a:pPr>
                      <a:r>
                        <a:rPr lang="en-US" sz="900" b="0" i="0" u="none" strike="noStrike" baseline="0" dirty="0">
                          <a:solidFill>
                            <a:schemeClr val="tx1"/>
                          </a:solidFill>
                          <a:effectLst/>
                          <a:latin typeface="Codec Pro"/>
                          <a:cs typeface="Arial" panose="020B0604020202020204" pitchFamily="34" charset="0"/>
                        </a:rPr>
                        <a:t>400 SLS members</a:t>
                      </a:r>
                    </a:p>
                  </a:txBody>
                  <a:tcPr marT="91440" marB="9144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7341906"/>
                  </a:ext>
                </a:extLst>
              </a:tr>
              <a:tr h="340639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4572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b="0" i="0" u="none" strike="noStrike" dirty="0">
                          <a:solidFill>
                            <a:schemeClr val="bg1"/>
                          </a:solidFill>
                          <a:effectLst/>
                          <a:latin typeface="Codec Pro"/>
                          <a:cs typeface="Arial" panose="020B0604020202020204" pitchFamily="34" charset="0"/>
                        </a:rPr>
                        <a:t>Filtration Required?</a:t>
                      </a:r>
                    </a:p>
                  </a:txBody>
                  <a:tcPr marL="40095" marR="40095" marT="40095" marB="40095" anchor="ctr"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B78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b">
                        <a:buFontTx/>
                        <a:buNone/>
                      </a:pPr>
                      <a:r>
                        <a:rPr lang="en-US" sz="900" b="0" i="0" u="none" strike="noStrike" baseline="0" dirty="0">
                          <a:solidFill>
                            <a:schemeClr val="tx1"/>
                          </a:solidFill>
                          <a:effectLst/>
                          <a:latin typeface="Codec Pro"/>
                          <a:cs typeface="Arial" panose="020B0604020202020204" pitchFamily="34" charset="0"/>
                        </a:rPr>
                        <a:t>Yes</a:t>
                      </a:r>
                    </a:p>
                  </a:txBody>
                  <a:tcPr marT="91440" marB="9144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0668931"/>
                  </a:ext>
                </a:extLst>
              </a:tr>
            </a:tbl>
          </a:graphicData>
        </a:graphic>
      </p:graphicFrame>
      <p:graphicFrame>
        <p:nvGraphicFramePr>
          <p:cNvPr id="12" name="Table 12">
            <a:extLst>
              <a:ext uri="{FF2B5EF4-FFF2-40B4-BE49-F238E27FC236}">
                <a16:creationId xmlns:a16="http://schemas.microsoft.com/office/drawing/2014/main" id="{617047ED-70BF-75B6-82BC-1B3B5AAD86F1}"/>
              </a:ext>
            </a:extLst>
          </p:cNvPr>
          <p:cNvGraphicFramePr>
            <a:graphicFrameLocks noGrp="1"/>
          </p:cNvGraphicFramePr>
          <p:nvPr/>
        </p:nvGraphicFramePr>
        <p:xfrm>
          <a:off x="5040714" y="906221"/>
          <a:ext cx="6743918" cy="624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43918">
                  <a:extLst>
                    <a:ext uri="{9D8B030D-6E8A-4147-A177-3AD203B41FA5}">
                      <a16:colId xmlns:a16="http://schemas.microsoft.com/office/drawing/2014/main" val="1392006348"/>
                    </a:ext>
                  </a:extLst>
                </a:gridCol>
              </a:tblGrid>
              <a:tr h="17789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Event Description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1235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529133" lvl="2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Trebuchet MS" panose="020B0603020202020204" pitchFamily="34" charset="0"/>
                        <a:buNone/>
                      </a:pPr>
                      <a:r>
                        <a:rPr lang="en-US" sz="800" b="1" i="0" u="none" strike="noStrike" kern="1200" spc="0">
                          <a:solidFill>
                            <a:srgbClr val="585858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One-evening annual assembly for the full SLS membership. No graduation segment in 2026.</a:t>
                      </a:r>
                    </a:p>
                    <a:p>
                      <a:pPr marL="529133" lvl="2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Trebuchet MS" panose="020B0603020202020204" pitchFamily="34" charset="0"/>
                        <a:buNone/>
                      </a:pPr>
                      <a:r>
                        <a:rPr lang="en-US" sz="800" b="0" i="0" u="none" strike="noStrike" kern="1200" spc="0">
                          <a:solidFill>
                            <a:srgbClr val="585858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Members convene at the Hena Experience Center in Misk City for four hours: recognition of the partners, Council members, Chapter teams and contributors who carried the year, the impact their work produced, and the 2027 agenda. Around 400 of the membership are expected.</a:t>
                      </a: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5710258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5AF99DC0-9189-5A60-8DBB-164238F07D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525672"/>
              </p:ext>
            </p:extLst>
          </p:nvPr>
        </p:nvGraphicFramePr>
        <p:xfrm>
          <a:off x="5026776" y="4259180"/>
          <a:ext cx="6757856" cy="1637246"/>
        </p:xfrm>
        <a:graphic>
          <a:graphicData uri="http://schemas.openxmlformats.org/drawingml/2006/table">
            <a:tbl>
              <a:tblPr/>
              <a:tblGrid>
                <a:gridCol w="1799129">
                  <a:extLst>
                    <a:ext uri="{9D8B030D-6E8A-4147-A177-3AD203B41FA5}">
                      <a16:colId xmlns:a16="http://schemas.microsoft.com/office/drawing/2014/main" val="418727101"/>
                    </a:ext>
                  </a:extLst>
                </a:gridCol>
                <a:gridCol w="1567592">
                  <a:extLst>
                    <a:ext uri="{9D8B030D-6E8A-4147-A177-3AD203B41FA5}">
                      <a16:colId xmlns:a16="http://schemas.microsoft.com/office/drawing/2014/main" val="773641361"/>
                    </a:ext>
                  </a:extLst>
                </a:gridCol>
                <a:gridCol w="1599605">
                  <a:extLst>
                    <a:ext uri="{9D8B030D-6E8A-4147-A177-3AD203B41FA5}">
                      <a16:colId xmlns:a16="http://schemas.microsoft.com/office/drawing/2014/main" val="118012435"/>
                    </a:ext>
                  </a:extLst>
                </a:gridCol>
                <a:gridCol w="1791530">
                  <a:extLst>
                    <a:ext uri="{9D8B030D-6E8A-4147-A177-3AD203B41FA5}">
                      <a16:colId xmlns:a16="http://schemas.microsoft.com/office/drawing/2014/main" val="1916591995"/>
                    </a:ext>
                  </a:extLst>
                </a:gridCol>
              </a:tblGrid>
              <a:tr h="26555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+mn-cs"/>
                        </a:rPr>
                        <a:t>Overall Budget</a:t>
                      </a:r>
                    </a:p>
                  </a:txBody>
                  <a:tcPr marL="40095" marR="40095" marT="40095" marB="40095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72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737373"/>
                        </a:solidFill>
                        <a:effectLst/>
                        <a:latin typeface="Gotham" panose="02000504050000020004" pitchFamily="2" charset="0"/>
                        <a:cs typeface="Arial" panose="020B0604020202020204" pitchFamily="34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974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1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Gotham" panose="02000504050000020004" pitchFamily="2" charset="0"/>
                        <a:ea typeface="+mn-ea"/>
                        <a:cs typeface="+mn-cs"/>
                      </a:endParaRPr>
                    </a:p>
                  </a:txBody>
                  <a:tcPr marL="40095" marR="40095" marT="40095" marB="40095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8A4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8336594"/>
                  </a:ext>
                </a:extLst>
              </a:tr>
              <a:tr h="342924">
                <a:tc>
                  <a:txBody>
                    <a:bodyPr/>
                    <a:lstStyle/>
                    <a:p>
                      <a:pPr marL="45720" algn="l" rtl="0" fontAlgn="ctr"/>
                      <a:r>
                        <a:rPr lang="en-US" sz="900" b="0" i="0" u="none" strike="noStrike">
                          <a:solidFill>
                            <a:schemeClr val="bg1"/>
                          </a:solidFill>
                          <a:effectLst/>
                          <a:latin typeface="Codec Pro"/>
                          <a:cs typeface="Arial"/>
                        </a:rPr>
                        <a:t>Budget Sub-category</a:t>
                      </a:r>
                    </a:p>
                  </a:txBody>
                  <a:tcPr marL="40095" marR="40095" marT="40095" marB="40095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8D76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>
                          <a:solidFill>
                            <a:schemeClr val="bg1"/>
                          </a:solidFill>
                          <a:effectLst/>
                          <a:latin typeface="Codec Pro"/>
                          <a:cs typeface="Arial"/>
                        </a:rPr>
                        <a:t>Project Code &amp; Sub-category</a:t>
                      </a:r>
                    </a:p>
                  </a:txBody>
                  <a:tcPr marT="91440" marB="9144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8D76"/>
                    </a:solidFill>
                  </a:tcPr>
                </a:tc>
                <a:tc>
                  <a:txBody>
                    <a:bodyPr/>
                    <a:lstStyle/>
                    <a:p>
                      <a:pPr marL="45720" algn="l" rtl="0" fontAlgn="ctr"/>
                      <a:r>
                        <a:rPr lang="en-US" sz="900" b="0" i="0" u="none" strike="noStrike" kern="120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/>
                        </a:rPr>
                        <a:t>Amount (pre-VAT)</a:t>
                      </a:r>
                    </a:p>
                  </a:txBody>
                  <a:tcPr marT="91440" marB="9144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8D76"/>
                    </a:solidFill>
                  </a:tcPr>
                </a:tc>
                <a:tc>
                  <a:txBody>
                    <a:bodyPr/>
                    <a:lstStyle/>
                    <a:p>
                      <a:pPr marL="45720" algn="l" rtl="0" fontAlgn="ctr"/>
                      <a:r>
                        <a:rPr lang="en-US" sz="900" b="0" i="0" u="none" strike="noStrike" kern="120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/>
                        </a:rPr>
                        <a:t>Total Budget (pre-VAT)</a:t>
                      </a:r>
                    </a:p>
                  </a:txBody>
                  <a:tcPr marT="91440" marB="9144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8D7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1706361"/>
                  </a:ext>
                </a:extLst>
              </a:tr>
              <a:tr h="342924">
                <a:tc>
                  <a:txBody>
                    <a:bodyPr/>
                    <a:lstStyle/>
                    <a:p>
                      <a:pPr marL="45720" algn="l" rtl="0" fontAlgn="ctr"/>
                      <a:r>
                        <a:rPr lang="en-US" sz="900" b="0" i="0" u="none" strike="noStrike" dirty="0">
                          <a:solidFill>
                            <a:schemeClr val="bg1"/>
                          </a:solidFill>
                          <a:effectLst/>
                          <a:latin typeface="Codec Pro"/>
                          <a:cs typeface="Arial"/>
                        </a:rPr>
                        <a:t>Logistics</a:t>
                      </a:r>
                    </a:p>
                  </a:txBody>
                  <a:tcPr marL="40095" marR="40095" marT="40095" marB="40095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B78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u="none" strike="noStrike">
                          <a:solidFill>
                            <a:srgbClr val="737373"/>
                          </a:solidFill>
                          <a:effectLst/>
                          <a:latin typeface="Codec Pro"/>
                          <a:cs typeface="Arial"/>
                        </a:rPr>
                        <a:t>[Cost centre TBC]</a:t>
                      </a:r>
                    </a:p>
                  </a:txBody>
                  <a:tcPr marT="91440" marB="9144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4572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b="0" i="0" u="none" strike="noStrike" kern="1200" dirty="0">
                          <a:solidFill>
                            <a:srgbClr val="737373"/>
                          </a:solidFill>
                          <a:effectLst/>
                          <a:latin typeface="Codec Pro"/>
                          <a:ea typeface="+mn-ea"/>
                          <a:cs typeface="Arial"/>
                        </a:rPr>
                        <a:t>SAR TBC</a:t>
                      </a:r>
                    </a:p>
                  </a:txBody>
                  <a:tcPr marT="91440" marB="9144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45720" algn="l" rtl="0" fontAlgn="ctr"/>
                      <a:r>
                        <a:rPr lang="en-US" sz="800" b="0" i="0" u="none" strike="noStrike" kern="1200" dirty="0">
                          <a:solidFill>
                            <a:srgbClr val="737373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SAR TBC</a:t>
                      </a:r>
                      <a:endParaRPr lang="en-US" sz="800" b="0" i="0" u="none" strike="noStrike" kern="1200" dirty="0">
                        <a:solidFill>
                          <a:srgbClr val="737373"/>
                        </a:solidFill>
                        <a:effectLst/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0485178"/>
                  </a:ext>
                </a:extLst>
              </a:tr>
              <a:tr h="342924">
                <a:tc>
                  <a:txBody>
                    <a:bodyPr/>
                    <a:lstStyle/>
                    <a:p>
                      <a:pPr marL="45720" algn="l" rtl="0" fontAlgn="ctr"/>
                      <a:r>
                        <a:rPr lang="en-US" sz="900" b="0" i="0" u="none" strike="noStrike" dirty="0">
                          <a:solidFill>
                            <a:schemeClr val="bg1"/>
                          </a:solidFill>
                          <a:effectLst/>
                          <a:latin typeface="Codec Pro"/>
                          <a:cs typeface="Arial"/>
                        </a:rPr>
                        <a:t>Events Management</a:t>
                      </a:r>
                    </a:p>
                  </a:txBody>
                  <a:tcPr marL="40095" marR="40095" marT="40095" marB="40095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B78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u="none" strike="noStrike">
                          <a:solidFill>
                            <a:srgbClr val="737373"/>
                          </a:solidFill>
                          <a:effectLst/>
                          <a:latin typeface="Codec Pro"/>
                          <a:cs typeface="Arial"/>
                        </a:rPr>
                        <a:t>[Cost centre TBC]</a:t>
                      </a:r>
                    </a:p>
                  </a:txBody>
                  <a:tcPr marT="91440" marB="9144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4572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b="0" i="0" u="none" strike="noStrike" kern="1200" dirty="0">
                          <a:solidFill>
                            <a:srgbClr val="737373"/>
                          </a:solidFill>
                          <a:effectLst/>
                          <a:latin typeface="Codec Pro"/>
                          <a:ea typeface="+mn-ea"/>
                          <a:cs typeface="Arial"/>
                        </a:rPr>
                        <a:t>SAR TBC</a:t>
                      </a:r>
                    </a:p>
                  </a:txBody>
                  <a:tcPr marT="91440" marB="9144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45720" algn="l" rtl="0" fontAlgn="ctr"/>
                      <a:endParaRPr lang="en-US" sz="800" b="0" i="0" u="none" strike="noStrike" kern="1200">
                        <a:solidFill>
                          <a:srgbClr val="737373"/>
                        </a:solidFill>
                        <a:effectLst/>
                        <a:latin typeface="Gotham" panose="02000504050000020004" pitchFamily="2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96111974"/>
                  </a:ext>
                </a:extLst>
              </a:tr>
              <a:tr h="342924">
                <a:tc>
                  <a:txBody>
                    <a:bodyPr/>
                    <a:lstStyle/>
                    <a:p>
                      <a:pPr marL="45720" algn="l" rtl="0" fontAlgn="ctr"/>
                      <a:r>
                        <a:rPr lang="en-US" sz="900" b="0" i="0" u="none" strike="noStrike" dirty="0">
                          <a:solidFill>
                            <a:schemeClr val="bg1"/>
                          </a:solidFill>
                          <a:effectLst/>
                          <a:latin typeface="Codec Pro"/>
                          <a:cs typeface="Arial"/>
                        </a:rPr>
                        <a:t>Program Delivery / Content</a:t>
                      </a:r>
                    </a:p>
                  </a:txBody>
                  <a:tcPr marL="40095" marR="40095" marT="40095" marB="40095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B78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u="none" strike="noStrike">
                          <a:solidFill>
                            <a:srgbClr val="737373"/>
                          </a:solidFill>
                          <a:effectLst/>
                          <a:latin typeface="Codec Pro"/>
                          <a:cs typeface="Arial"/>
                        </a:rPr>
                        <a:t>[Cost centre TBC]</a:t>
                      </a:r>
                    </a:p>
                  </a:txBody>
                  <a:tcPr marT="91440" marB="9144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4572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b="0" i="0" u="none" strike="noStrike" kern="1200" dirty="0">
                          <a:solidFill>
                            <a:srgbClr val="737373"/>
                          </a:solidFill>
                          <a:effectLst/>
                          <a:latin typeface="Codec Pro"/>
                          <a:ea typeface="+mn-ea"/>
                          <a:cs typeface="Arial"/>
                        </a:rPr>
                        <a:t>SAR TBC</a:t>
                      </a:r>
                    </a:p>
                  </a:txBody>
                  <a:tcPr marT="91440" marB="9144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45720" algn="l" rtl="0" fontAlgn="ctr"/>
                      <a:endParaRPr lang="en-US" sz="800" b="0" i="0" u="none" strike="noStrike" kern="1200">
                        <a:solidFill>
                          <a:srgbClr val="737373"/>
                        </a:solidFill>
                        <a:effectLst/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812943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61F7C332-BCC1-C850-A2E8-B07812FA52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4966708"/>
              </p:ext>
            </p:extLst>
          </p:nvPr>
        </p:nvGraphicFramePr>
        <p:xfrm>
          <a:off x="334545" y="4260657"/>
          <a:ext cx="4546570" cy="1637246"/>
        </p:xfrm>
        <a:graphic>
          <a:graphicData uri="http://schemas.openxmlformats.org/drawingml/2006/table">
            <a:tbl>
              <a:tblPr/>
              <a:tblGrid>
                <a:gridCol w="746452">
                  <a:extLst>
                    <a:ext uri="{9D8B030D-6E8A-4147-A177-3AD203B41FA5}">
                      <a16:colId xmlns:a16="http://schemas.microsoft.com/office/drawing/2014/main" val="206610997"/>
                    </a:ext>
                  </a:extLst>
                </a:gridCol>
                <a:gridCol w="746452">
                  <a:extLst>
                    <a:ext uri="{9D8B030D-6E8A-4147-A177-3AD203B41FA5}">
                      <a16:colId xmlns:a16="http://schemas.microsoft.com/office/drawing/2014/main" val="1089554821"/>
                    </a:ext>
                  </a:extLst>
                </a:gridCol>
                <a:gridCol w="549991">
                  <a:extLst>
                    <a:ext uri="{9D8B030D-6E8A-4147-A177-3AD203B41FA5}">
                      <a16:colId xmlns:a16="http://schemas.microsoft.com/office/drawing/2014/main" val="3969923550"/>
                    </a:ext>
                  </a:extLst>
                </a:gridCol>
                <a:gridCol w="942913">
                  <a:extLst>
                    <a:ext uri="{9D8B030D-6E8A-4147-A177-3AD203B41FA5}">
                      <a16:colId xmlns:a16="http://schemas.microsoft.com/office/drawing/2014/main" val="315604482"/>
                    </a:ext>
                  </a:extLst>
                </a:gridCol>
                <a:gridCol w="746452">
                  <a:extLst>
                    <a:ext uri="{9D8B030D-6E8A-4147-A177-3AD203B41FA5}">
                      <a16:colId xmlns:a16="http://schemas.microsoft.com/office/drawing/2014/main" val="2234358929"/>
                    </a:ext>
                  </a:extLst>
                </a:gridCol>
                <a:gridCol w="814310">
                  <a:extLst>
                    <a:ext uri="{9D8B030D-6E8A-4147-A177-3AD203B41FA5}">
                      <a16:colId xmlns:a16="http://schemas.microsoft.com/office/drawing/2014/main" val="2879961573"/>
                    </a:ext>
                  </a:extLst>
                </a:gridCol>
              </a:tblGrid>
              <a:tr h="246888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+mn-cs"/>
                        </a:rPr>
                        <a:t>Timeline</a:t>
                      </a:r>
                    </a:p>
                  </a:txBody>
                  <a:tcPr marL="39859" marR="39859" marT="39859" marB="39859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72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en-US" sz="900" b="0" i="0" u="none" strike="noStrike">
                        <a:solidFill>
                          <a:schemeClr val="tx1"/>
                        </a:solidFill>
                        <a:effectLst/>
                        <a:latin typeface="Gotham" panose="02000504050000020004" pitchFamily="2" charset="0"/>
                        <a:cs typeface="Sakkal Majalla" panose="02000000000000000000" pitchFamily="2" charset="-78"/>
                      </a:endParaRPr>
                    </a:p>
                  </a:txBody>
                  <a:tcPr marL="39859" marR="39859" marT="39859" marB="39859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264228"/>
                        </a:buClr>
                        <a:buSzPct val="100000"/>
                        <a:buFontTx/>
                        <a:buNone/>
                        <a:tabLst/>
                        <a:defRPr/>
                      </a:pPr>
                      <a:endParaRPr lang="en-US" sz="900" b="1" i="0" u="none" strike="noStrike" kern="1200">
                        <a:solidFill>
                          <a:srgbClr val="737373"/>
                        </a:solidFill>
                        <a:effectLst/>
                        <a:latin typeface="Gotham" panose="02000504050000020004" pitchFamily="2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39859" marR="39859" marT="39859" marB="39859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4572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900" b="0" i="0" u="none" strike="noStrike" kern="1200">
                        <a:solidFill>
                          <a:schemeClr val="tx1"/>
                        </a:solidFill>
                        <a:effectLst/>
                        <a:latin typeface="Gotham" panose="02000504050000020004" pitchFamily="2" charset="0"/>
                        <a:ea typeface="+mn-ea"/>
                        <a:cs typeface="Sakkal Majalla" panose="02000000000000000000" pitchFamily="2" charset="-78"/>
                      </a:endParaRPr>
                    </a:p>
                  </a:txBody>
                  <a:tcPr marL="39859" marR="39859" marT="39859" marB="39859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2891670"/>
                  </a:ext>
                </a:extLst>
              </a:tr>
              <a:tr h="694944"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lang="en-US" sz="900" b="0" i="0" u="none" strike="noStrike" kern="120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Project Start Date</a:t>
                      </a:r>
                    </a:p>
                  </a:txBody>
                  <a:tcPr marL="39859" marR="39859" marT="39859" marB="39859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72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Codec Pro"/>
                          <a:cs typeface="Sakkal Majalla" panose="02000000000000000000" pitchFamily="2" charset="-78"/>
                        </a:rPr>
                        <a:t>06/09/2026</a:t>
                      </a:r>
                      <a:endParaRPr lang="en-US" sz="900" b="0" i="0" u="none" strike="noStrike">
                        <a:solidFill>
                          <a:schemeClr val="tx1"/>
                        </a:solidFill>
                        <a:effectLst/>
                        <a:latin typeface="Codec Pro"/>
                        <a:cs typeface="Sakkal Majalla" panose="02000000000000000000" pitchFamily="2" charset="-78"/>
                      </a:endParaRPr>
                    </a:p>
                  </a:txBody>
                  <a:tcPr marL="39859" marR="39859" marT="39859" marB="39859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264228"/>
                        </a:buClr>
                        <a:buSzPct val="100000"/>
                        <a:buFontTx/>
                        <a:buNone/>
                        <a:tabLst/>
                        <a:defRPr/>
                      </a:pPr>
                      <a:r>
                        <a:rPr lang="en-US" sz="900" b="0" i="0" u="none" strike="noStrike" kern="1200" dirty="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Go Live Dates &amp; Time</a:t>
                      </a:r>
                    </a:p>
                  </a:txBody>
                  <a:tcPr marL="39859" marR="39859" marT="39859" marB="39859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B78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264228"/>
                        </a:buClr>
                        <a:buSzPct val="100000"/>
                        <a:buFontTx/>
                        <a:buNone/>
                        <a:tabLst/>
                        <a:defRPr/>
                      </a:pPr>
                      <a:r>
                        <a:rPr lang="en-US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21/11/2026</a:t>
                      </a:r>
                      <a:endParaRPr lang="en-US" sz="900" b="0" i="0" u="none" strike="noStrike" kern="1200">
                        <a:solidFill>
                          <a:schemeClr val="tx1"/>
                        </a:solidFill>
                        <a:effectLst/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264228"/>
                        </a:buClr>
                        <a:buSzPct val="100000"/>
                        <a:buFontTx/>
                        <a:buNone/>
                        <a:tabLst/>
                        <a:defRPr/>
                      </a:pPr>
                      <a:r>
                        <a:rPr lang="en-US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6:30 - 10:30 PM</a:t>
                      </a:r>
                      <a:endParaRPr lang="en-US" sz="900" b="0" i="0" u="none" strike="noStrike" kern="1200">
                        <a:solidFill>
                          <a:schemeClr val="tx1"/>
                        </a:solidFill>
                        <a:effectLst/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39859" marR="39859" marT="39859" marB="39859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264228"/>
                        </a:buClr>
                        <a:buSzPct val="100000"/>
                        <a:buFontTx/>
                        <a:buNone/>
                        <a:tabLst/>
                        <a:defRPr/>
                      </a:pPr>
                      <a:r>
                        <a:rPr lang="en-US" sz="900" b="0" i="0" u="none" strike="noStrike" kern="120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Project End Date</a:t>
                      </a:r>
                    </a:p>
                  </a:txBody>
                  <a:tcPr marL="39859" marR="39859" marT="39859" marB="39859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72A"/>
                    </a:solidFill>
                  </a:tcPr>
                </a:tc>
                <a:tc>
                  <a:txBody>
                    <a:bodyPr/>
                    <a:lstStyle/>
                    <a:p>
                      <a:pPr marL="4572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Codec Pro"/>
                          <a:ea typeface="+mn-ea"/>
                          <a:cs typeface="Sakkal Majalla" panose="02000000000000000000" pitchFamily="2" charset="-78"/>
                        </a:rPr>
                        <a:t>17/12/2026</a:t>
                      </a:r>
                      <a:endParaRPr lang="en-US" sz="900" b="0" i="0" u="none" strike="noStrike" kern="1200">
                        <a:solidFill>
                          <a:schemeClr val="tx1"/>
                        </a:solidFill>
                        <a:effectLst/>
                        <a:latin typeface="Codec Pro"/>
                        <a:ea typeface="+mn-ea"/>
                        <a:cs typeface="Sakkal Majalla" panose="02000000000000000000" pitchFamily="2" charset="-78"/>
                      </a:endParaRPr>
                    </a:p>
                  </a:txBody>
                  <a:tcPr marL="39859" marR="39859" marT="39859" marB="39859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8123047"/>
                  </a:ext>
                </a:extLst>
              </a:tr>
              <a:tr h="694944"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lang="en-US" sz="900" b="0" i="0" u="none" strike="noStrike" kern="120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Build Start Date</a:t>
                      </a:r>
                    </a:p>
                  </a:txBody>
                  <a:tcPr marL="39859" marR="39859" marT="39859" marB="39859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72A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Codec Pro"/>
                          <a:cs typeface="Sakkal Majalla" panose="02000000000000000000" pitchFamily="2" charset="-78"/>
                        </a:rPr>
                        <a:t>18/11/2026</a:t>
                      </a:r>
                      <a:endParaRPr lang="en-US" sz="900" b="0" i="0" u="none" strike="noStrike">
                        <a:solidFill>
                          <a:schemeClr val="tx1"/>
                        </a:solidFill>
                        <a:effectLst/>
                        <a:latin typeface="Codec Pro"/>
                        <a:cs typeface="Sakkal Majalla" panose="02000000000000000000" pitchFamily="2" charset="-78"/>
                      </a:endParaRPr>
                    </a:p>
                  </a:txBody>
                  <a:tcPr marL="39859" marR="39859" marT="39859" marB="39859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264228"/>
                        </a:buClr>
                        <a:buSzPct val="100000"/>
                        <a:buFontTx/>
                        <a:buNone/>
                        <a:tabLst/>
                        <a:defRPr/>
                      </a:pPr>
                      <a:endParaRPr lang="en-US" sz="900" b="0" i="0" u="none" strike="noStrike" kern="1200">
                        <a:solidFill>
                          <a:schemeClr val="bg1"/>
                        </a:solidFill>
                        <a:effectLst/>
                        <a:latin typeface="Gotham" panose="02000504050000020004" pitchFamily="2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39859" marR="39859" marT="39859" marB="39859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264228"/>
                        </a:buClr>
                        <a:buSzPct val="100000"/>
                        <a:buFontTx/>
                        <a:buNone/>
                        <a:tabLst/>
                        <a:defRPr/>
                      </a:pPr>
                      <a:r>
                        <a:rPr lang="en-US" sz="900" b="0" i="0" u="none" strike="noStrike" kern="120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Dismantle End Date</a:t>
                      </a:r>
                    </a:p>
                  </a:txBody>
                  <a:tcPr marL="39859" marR="39859" marT="39859" marB="39859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72A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264228"/>
                        </a:buClr>
                        <a:buSzPct val="100000"/>
                        <a:buFontTx/>
                        <a:buNone/>
                        <a:tabLst/>
                        <a:defRPr/>
                      </a:pPr>
                      <a:r>
                        <a:rPr lang="en-US" sz="9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23/11/2026</a:t>
                      </a:r>
                      <a:endParaRPr lang="en-US" sz="900" b="0" i="0" u="none" strike="noStrike" kern="1200" dirty="0">
                        <a:solidFill>
                          <a:schemeClr val="tx1"/>
                        </a:solidFill>
                        <a:effectLst/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39859" marR="39859" marT="39859" marB="39859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4572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900" b="0" i="0" u="none" strike="noStrike" kern="1200">
                        <a:solidFill>
                          <a:schemeClr val="tx1"/>
                        </a:solidFill>
                        <a:effectLst/>
                        <a:latin typeface="Gotham" panose="02000504050000020004" pitchFamily="2" charset="0"/>
                        <a:ea typeface="+mn-ea"/>
                        <a:cs typeface="Sakkal Majalla" panose="02000000000000000000" pitchFamily="2" charset="-78"/>
                      </a:endParaRPr>
                    </a:p>
                  </a:txBody>
                  <a:tcPr marL="39859" marR="39859" marT="39859" marB="39859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4880731"/>
                  </a:ext>
                </a:extLst>
              </a:tr>
            </a:tbl>
          </a:graphicData>
        </a:graphic>
      </p:graphicFrame>
      <p:graphicFrame>
        <p:nvGraphicFramePr>
          <p:cNvPr id="2" name="Table 12">
            <a:extLst>
              <a:ext uri="{FF2B5EF4-FFF2-40B4-BE49-F238E27FC236}">
                <a16:creationId xmlns:a16="http://schemas.microsoft.com/office/drawing/2014/main" id="{3E44CA07-D4D0-D5AC-EA54-1E4CCE37A080}"/>
              </a:ext>
            </a:extLst>
          </p:cNvPr>
          <p:cNvGraphicFramePr>
            <a:graphicFrameLocks noGrp="1"/>
          </p:cNvGraphicFramePr>
          <p:nvPr/>
        </p:nvGraphicFramePr>
        <p:xfrm>
          <a:off x="5040714" y="1680564"/>
          <a:ext cx="6743918" cy="624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43918">
                  <a:extLst>
                    <a:ext uri="{9D8B030D-6E8A-4147-A177-3AD203B41FA5}">
                      <a16:colId xmlns:a16="http://schemas.microsoft.com/office/drawing/2014/main" val="1392006348"/>
                    </a:ext>
                  </a:extLst>
                </a:gridCol>
              </a:tblGrid>
              <a:tr h="20524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Event Objective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1235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529133" lvl="2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Trebuchet MS" panose="020B0603020202020204" pitchFamily="34" charset="0"/>
                        <a:buNone/>
                      </a:pPr>
                      <a:r>
                        <a:rPr lang="en-US" sz="800" b="1" i="0" u="none" strike="noStrike" kern="1200" spc="0">
                          <a:solidFill>
                            <a:srgbClr val="585858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Close the SLS year by recognizing the people who carried it, in front of the full membership.</a:t>
                      </a:r>
                    </a:p>
                    <a:p>
                      <a:pPr marL="529133" lvl="2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Trebuchet MS" panose="020B0603020202020204" pitchFamily="34" charset="0"/>
                        <a:buNone/>
                      </a:pPr>
                      <a:r>
                        <a:rPr lang="en-US" sz="800" b="0" i="0" u="none" strike="noStrike" kern="1200" spc="0">
                          <a:solidFill>
                            <a:srgbClr val="585858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Show what their work produced, open 2027 with members committed to it, and beat the 2024 benchmarks: satisfaction of 85% or better (2024: 77%), 85% of confirmed guests attending (2024: 320 of 468) and three or more introductions logged per member.</a:t>
                      </a: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5710258"/>
                  </a:ext>
                </a:extLst>
              </a:tr>
            </a:tbl>
          </a:graphicData>
        </a:graphic>
      </p:graphicFrame>
      <p:graphicFrame>
        <p:nvGraphicFramePr>
          <p:cNvPr id="3" name="Table 12">
            <a:extLst>
              <a:ext uri="{FF2B5EF4-FFF2-40B4-BE49-F238E27FC236}">
                <a16:creationId xmlns:a16="http://schemas.microsoft.com/office/drawing/2014/main" id="{85FD5DA7-0150-2BB4-D442-94D0C9A73D25}"/>
              </a:ext>
            </a:extLst>
          </p:cNvPr>
          <p:cNvGraphicFramePr>
            <a:graphicFrameLocks noGrp="1"/>
          </p:cNvGraphicFramePr>
          <p:nvPr/>
        </p:nvGraphicFramePr>
        <p:xfrm>
          <a:off x="5040714" y="2454907"/>
          <a:ext cx="6743918" cy="17688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43918">
                  <a:extLst>
                    <a:ext uri="{9D8B030D-6E8A-4147-A177-3AD203B41FA5}">
                      <a16:colId xmlns:a16="http://schemas.microsoft.com/office/drawing/2014/main" val="1392006348"/>
                    </a:ext>
                  </a:extLst>
                </a:gridCol>
              </a:tblGrid>
              <a:tr h="2769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Event Scope of Work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12351"/>
                  </a:ext>
                </a:extLst>
              </a:tr>
              <a:tr h="1491877">
                <a:tc>
                  <a:txBody>
                    <a:bodyPr/>
                    <a:lstStyle/>
                    <a:p>
                      <a:pPr marL="700405" lvl="2" indent="-17145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Arial" panose="020B0604020202020204" pitchFamily="34" charset="0"/>
                        <a:buChar char="•"/>
                      </a:pPr>
                      <a:r>
                        <a:rPr lang="en-US" sz="800" b="0" i="0" u="none" strike="noStrike" kern="1200" spc="0">
                          <a:solidFill>
                            <a:srgbClr val="585858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Venue: Hena Experience Center, Misk City - site survey before contract, access from 18/11</a:t>
                      </a:r>
                      <a:endParaRPr lang="en-US" sz="800" b="0" i="0" u="none" strike="noStrike" kern="1200" spc="0">
                        <a:solidFill>
                          <a:srgbClr val="585858"/>
                        </a:solidFill>
                        <a:effectLst/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700405" lvl="2" indent="-17145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Arial" panose="020B0604020202020204" pitchFamily="34" charset="0"/>
                        <a:buChar char="•"/>
                      </a:pPr>
                      <a:r>
                        <a:rPr lang="en-US" sz="800" b="0" i="0" u="none" strike="noStrike" kern="1200" spc="0">
                          <a:solidFill>
                            <a:srgbClr val="585858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Agency: full pre-production, on-site delivery, dismantle and closeout</a:t>
                      </a:r>
                      <a:endParaRPr lang="en-US" sz="800" b="0" i="0" u="none" strike="noStrike" kern="1200" spc="0">
                        <a:solidFill>
                          <a:srgbClr val="585858"/>
                        </a:solidFill>
                        <a:effectLst/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700405" lvl="2" indent="-17145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Arial" panose="020B0604020202020204" pitchFamily="34" charset="0"/>
                        <a:buChar char="•"/>
                      </a:pPr>
                      <a:r>
                        <a:rPr lang="en-US" sz="800" b="0" i="0" u="none" strike="noStrike" kern="1200" spc="0">
                          <a:solidFill>
                            <a:srgbClr val="585858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Stage and set: built stage, seating for 400, sightlines planned around the permanent exhibition</a:t>
                      </a:r>
                      <a:endParaRPr lang="en-US" sz="800" b="0" i="0" u="none" strike="noStrike" kern="1200" spc="0">
                        <a:solidFill>
                          <a:srgbClr val="585858"/>
                        </a:solidFill>
                        <a:effectLst/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700405" lvl="2" indent="-17145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Arial" panose="020B0604020202020204" pitchFamily="34" charset="0"/>
                        <a:buChar char="•"/>
                      </a:pPr>
                      <a:r>
                        <a:rPr lang="en-US" sz="800" b="0" i="0" u="none" strike="noStrike" kern="1200" spc="0">
                          <a:solidFill>
                            <a:srgbClr val="585858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Production: LED, sound, lighting, screen content, show-calling, standby generator and UPS</a:t>
                      </a:r>
                      <a:endParaRPr lang="en-US" sz="800" b="0" i="0" u="none" strike="noStrike" kern="1200" spc="0">
                        <a:solidFill>
                          <a:srgbClr val="585858"/>
                        </a:solidFill>
                        <a:effectLst/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700405" lvl="2" indent="-17145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Arial" panose="020B0604020202020204" pitchFamily="34" charset="0"/>
                        <a:buChar char="•"/>
                      </a:pPr>
                      <a:r>
                        <a:rPr lang="en-US" sz="800" b="0" i="0" u="none" strike="noStrike" kern="1200" spc="0">
                          <a:solidFill>
                            <a:srgbClr val="585858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Digital: network graph wall, member app, badge scan, live voting, bonded internet with failover</a:t>
                      </a:r>
                      <a:endParaRPr lang="en-US" sz="800" b="0" i="0" u="none" strike="noStrike" kern="1200" spc="0">
                        <a:solidFill>
                          <a:srgbClr val="585858"/>
                        </a:solidFill>
                        <a:effectLst/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700405" lvl="2" indent="-17145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Arial" panose="020B0604020202020204" pitchFamily="34" charset="0"/>
                        <a:buChar char="•"/>
                      </a:pPr>
                      <a:r>
                        <a:rPr lang="en-US" sz="800" b="0" i="0" u="none" strike="noStrike" kern="1200" spc="0">
                          <a:solidFill>
                            <a:srgbClr val="585858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Program: run of show, speaker briefing, Isha prayer inside the arrival window</a:t>
                      </a:r>
                      <a:endParaRPr lang="en-US" sz="800" b="0" i="0" u="none" strike="noStrike" kern="1200" spc="0">
                        <a:solidFill>
                          <a:srgbClr val="585858"/>
                        </a:solidFill>
                        <a:effectLst/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700405" lvl="2" indent="-17145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Arial" panose="020B0604020202020204" pitchFamily="34" charset="0"/>
                        <a:buChar char="•"/>
                      </a:pPr>
                      <a:r>
                        <a:rPr lang="en-US" sz="800" b="0" i="0" u="none" strike="noStrike" kern="1200" spc="0">
                          <a:solidFill>
                            <a:srgbClr val="585858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Registration: online sign-up, digital badge, profile and consent capture, 48-hour reconfirmation</a:t>
                      </a:r>
                      <a:endParaRPr lang="en-US" sz="800" b="0" i="0" u="none" strike="noStrike" kern="1200" spc="0">
                        <a:solidFill>
                          <a:srgbClr val="585858"/>
                        </a:solidFill>
                        <a:effectLst/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700405" lvl="2" indent="-17145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Arial" panose="020B0604020202020204" pitchFamily="34" charset="0"/>
                        <a:buChar char="•"/>
                      </a:pPr>
                      <a:r>
                        <a:rPr lang="en-US" sz="800" b="0" i="0" u="none" strike="noStrike" kern="1200" spc="0">
                          <a:solidFill>
                            <a:srgbClr val="585858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Recognition: Wall of the Year, peer nomination flow, honoree evidence, photo drop, letters</a:t>
                      </a:r>
                      <a:endParaRPr lang="en-US" sz="800" b="0" i="0" u="none" strike="noStrike" kern="1200" spc="0">
                        <a:solidFill>
                          <a:srgbClr val="585858"/>
                        </a:solidFill>
                        <a:effectLst/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700405" lvl="2" indent="-17145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Arial" panose="020B0604020202020204" pitchFamily="34" charset="0"/>
                        <a:buChar char="•"/>
                      </a:pPr>
                      <a:r>
                        <a:rPr lang="en-US" sz="800" b="0" i="0" u="none" strike="noStrike" kern="1200" spc="0">
                          <a:solidFill>
                            <a:srgbClr val="585858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Guest experience: protocol, seating, signage and wayfinding, valet, parking, accessibility</a:t>
                      </a:r>
                      <a:endParaRPr lang="en-US" sz="800" b="0" i="0" u="none" strike="noStrike" kern="1200" spc="0">
                        <a:solidFill>
                          <a:srgbClr val="585858"/>
                        </a:solidFill>
                        <a:effectLst/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700405" lvl="2" indent="-17145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Arial" panose="020B0604020202020204" pitchFamily="34" charset="0"/>
                        <a:buChar char="•"/>
                      </a:pPr>
                      <a:r>
                        <a:rPr lang="en-US" sz="800" b="0" i="0" u="none" strike="noStrike" kern="1200" spc="0">
                          <a:solidFill>
                            <a:srgbClr val="585858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F&amp;B: dinner scaled to reconfirmed numbers, staged release, live cooking and pass-around</a:t>
                      </a:r>
                      <a:endParaRPr lang="en-US" sz="800" b="0" i="0" u="none" strike="noStrike" kern="1200" spc="0">
                        <a:solidFill>
                          <a:srgbClr val="585858"/>
                        </a:solidFill>
                        <a:effectLst/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700405" lvl="2" indent="-17145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Arial" panose="020B0604020202020204" pitchFamily="34" charset="0"/>
                        <a:buChar char="•"/>
                      </a:pPr>
                      <a:r>
                        <a:rPr lang="en-US" sz="800" b="0" i="0" u="none" strike="noStrike" kern="1200" spc="0">
                          <a:solidFill>
                            <a:srgbClr val="585858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Support: translation, photography, videography, cleaning, H&amp;S, medical and security</a:t>
                      </a:r>
                      <a:endParaRPr lang="en-US" sz="800" b="0" i="0" u="none" strike="noStrike" kern="1200" spc="0">
                        <a:solidFill>
                          <a:srgbClr val="585858"/>
                        </a:solidFill>
                        <a:effectLst/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700405" lvl="2" indent="-17145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Arial" panose="020B0604020202020204" pitchFamily="34" charset="0"/>
                        <a:buChar char="•"/>
                      </a:pPr>
                      <a:r>
                        <a:rPr lang="en-US" sz="800" b="0" i="0" u="none" strike="noStrike" kern="1200" spc="0">
                          <a:solidFill>
                            <a:srgbClr val="585858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Post-event: personal network cards, attendee survey and post-event report</a:t>
                      </a:r>
                      <a:endParaRPr lang="en-US" sz="800" b="0" i="0" u="none" strike="noStrike" kern="1200" spc="0">
                        <a:solidFill>
                          <a:srgbClr val="585858"/>
                        </a:solidFill>
                        <a:effectLst/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571025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11BF90E0-76E3-F4E1-4689-281D5FCA0EB1}"/>
              </a:ext>
            </a:extLst>
          </p:cNvPr>
          <p:cNvSpPr txBox="1"/>
          <p:nvPr/>
        </p:nvSpPr>
        <p:spPr>
          <a:xfrm>
            <a:off x="2241755" y="6112419"/>
            <a:ext cx="7738016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* Events without approved event charters will not be approved on the event system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** Events without correct budgets allocated in the correct cost center and event management sub-category will not be approved on the event system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*** Event tier will be determined based on scoring criteria to determine the level of engagement from EMU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099342-76C2-F480-7087-D9882FB19302}"/>
              </a:ext>
            </a:extLst>
          </p:cNvPr>
          <p:cNvSpPr/>
          <p:nvPr/>
        </p:nvSpPr>
        <p:spPr>
          <a:xfrm>
            <a:off x="8181474" y="105878"/>
            <a:ext cx="375385" cy="169794"/>
          </a:xfrm>
          <a:prstGeom prst="rect">
            <a:avLst/>
          </a:prstGeom>
          <a:solidFill>
            <a:srgbClr val="34B78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3F2125B-7121-03F3-E950-27094771B253}"/>
              </a:ext>
            </a:extLst>
          </p:cNvPr>
          <p:cNvSpPr/>
          <p:nvPr/>
        </p:nvSpPr>
        <p:spPr>
          <a:xfrm>
            <a:off x="8181474" y="346499"/>
            <a:ext cx="375385" cy="169794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1" name="TextBox 8">
            <a:extLst>
              <a:ext uri="{FF2B5EF4-FFF2-40B4-BE49-F238E27FC236}">
                <a16:creationId xmlns:a16="http://schemas.microsoft.com/office/drawing/2014/main" id="{FC59FEF8-1FEC-DF22-7CC7-00B5BC7BFD70}"/>
              </a:ext>
            </a:extLst>
          </p:cNvPr>
          <p:cNvSpPr txBox="1"/>
          <p:nvPr/>
        </p:nvSpPr>
        <p:spPr>
          <a:xfrm>
            <a:off x="8556859" y="66387"/>
            <a:ext cx="105509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50"/>
              <a:t>Filled by track</a:t>
            </a:r>
          </a:p>
        </p:txBody>
      </p:sp>
      <p:sp>
        <p:nvSpPr>
          <p:cNvPr id="15" name="TextBox 9">
            <a:extLst>
              <a:ext uri="{FF2B5EF4-FFF2-40B4-BE49-F238E27FC236}">
                <a16:creationId xmlns:a16="http://schemas.microsoft.com/office/drawing/2014/main" id="{B8CF327B-C112-F779-086D-9537891B50AC}"/>
              </a:ext>
            </a:extLst>
          </p:cNvPr>
          <p:cNvSpPr txBox="1"/>
          <p:nvPr/>
        </p:nvSpPr>
        <p:spPr>
          <a:xfrm>
            <a:off x="8556859" y="304438"/>
            <a:ext cx="227979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50"/>
              <a:t>Collaborative, initially filled by track</a:t>
            </a:r>
          </a:p>
        </p:txBody>
      </p:sp>
      <p:sp>
        <p:nvSpPr>
          <p:cNvPr id="18" name="TextBox 10">
            <a:extLst>
              <a:ext uri="{FF2B5EF4-FFF2-40B4-BE49-F238E27FC236}">
                <a16:creationId xmlns:a16="http://schemas.microsoft.com/office/drawing/2014/main" id="{7F624E1A-8945-D6C1-C31B-7A48E4CD718E}"/>
              </a:ext>
            </a:extLst>
          </p:cNvPr>
          <p:cNvSpPr txBox="1"/>
          <p:nvPr/>
        </p:nvSpPr>
        <p:spPr>
          <a:xfrm>
            <a:off x="8556859" y="544309"/>
            <a:ext cx="112242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50" dirty="0"/>
              <a:t>Filled by events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AD7E578-B05E-1BB1-2075-9FA160F8C251}"/>
              </a:ext>
            </a:extLst>
          </p:cNvPr>
          <p:cNvSpPr/>
          <p:nvPr/>
        </p:nvSpPr>
        <p:spPr>
          <a:xfrm>
            <a:off x="8181474" y="587120"/>
            <a:ext cx="375385" cy="16979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115944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5D43DFE-3E57-8DEA-AB17-F875F6F63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9B557654-44C8-7BE4-1C3A-7AA5A40278B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43456" y="547343"/>
            <a:ext cx="11144076" cy="308538"/>
          </a:xfr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000" dirty="0">
                <a:latin typeface="Codec Pro ExtraBold" pitchFamily="2" charset="0"/>
                <a:cs typeface="Codec Pro ExtraBold" pitchFamily="2" charset="0"/>
              </a:rPr>
              <a:t>DRAFT: SLS Annual Assembly 2026 - Event Info (2/2)</a:t>
            </a:r>
          </a:p>
          <a:p>
            <a:endParaRPr lang="en-US" dirty="0"/>
          </a:p>
        </p:txBody>
      </p:sp>
      <p:graphicFrame>
        <p:nvGraphicFramePr>
          <p:cNvPr id="27" name="Table 12">
            <a:extLst>
              <a:ext uri="{FF2B5EF4-FFF2-40B4-BE49-F238E27FC236}">
                <a16:creationId xmlns:a16="http://schemas.microsoft.com/office/drawing/2014/main" id="{38057B75-CD4C-B12B-ADBC-493BDE78BE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188968"/>
              </p:ext>
            </p:extLst>
          </p:nvPr>
        </p:nvGraphicFramePr>
        <p:xfrm>
          <a:off x="362189" y="3239871"/>
          <a:ext cx="5629036" cy="1378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7259">
                  <a:extLst>
                    <a:ext uri="{9D8B030D-6E8A-4147-A177-3AD203B41FA5}">
                      <a16:colId xmlns:a16="http://schemas.microsoft.com/office/drawing/2014/main" val="1392006348"/>
                    </a:ext>
                  </a:extLst>
                </a:gridCol>
                <a:gridCol w="1407259">
                  <a:extLst>
                    <a:ext uri="{9D8B030D-6E8A-4147-A177-3AD203B41FA5}">
                      <a16:colId xmlns:a16="http://schemas.microsoft.com/office/drawing/2014/main" val="3767880861"/>
                    </a:ext>
                  </a:extLst>
                </a:gridCol>
                <a:gridCol w="1407259">
                  <a:extLst>
                    <a:ext uri="{9D8B030D-6E8A-4147-A177-3AD203B41FA5}">
                      <a16:colId xmlns:a16="http://schemas.microsoft.com/office/drawing/2014/main" val="2182034839"/>
                    </a:ext>
                  </a:extLst>
                </a:gridCol>
                <a:gridCol w="1407259">
                  <a:extLst>
                    <a:ext uri="{9D8B030D-6E8A-4147-A177-3AD203B41FA5}">
                      <a16:colId xmlns:a16="http://schemas.microsoft.com/office/drawing/2014/main" val="1346032612"/>
                    </a:ext>
                  </a:extLst>
                </a:gridCol>
              </a:tblGrid>
              <a:tr h="240792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Event Stakeholders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312351"/>
                  </a:ext>
                </a:extLst>
              </a:tr>
              <a:tr h="275835">
                <a:tc gridSpan="2">
                  <a:txBody>
                    <a:bodyPr/>
                    <a:lstStyle/>
                    <a:p>
                      <a:pPr marL="0" marR="0" lvl="0" indent="0" algn="ctr" defTabSz="1218004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264228"/>
                        </a:buClr>
                        <a:buSzPct val="100000"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0" cap="none" spc="0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Arial" panose="020B0604020202020204" pitchFamily="34" charset="0"/>
                          <a:sym typeface="Sakkal Majalla" panose="02000000000000000000" pitchFamily="2" charset="-78"/>
                        </a:rPr>
                        <a:t>Internal</a:t>
                      </a:r>
                    </a:p>
                  </a:txBody>
                  <a:tcPr marL="159624" marR="159624" marT="79812" marB="79812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B78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1218004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264228"/>
                        </a:buClr>
                        <a:buSzPct val="100000"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0" cap="none" spc="0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Arial" panose="020B0604020202020204" pitchFamily="34" charset="0"/>
                          <a:sym typeface="Sakkal Majalla" panose="02000000000000000000" pitchFamily="2" charset="-78"/>
                        </a:rPr>
                        <a:t>External</a:t>
                      </a:r>
                    </a:p>
                  </a:txBody>
                  <a:tcPr marL="159624" marR="159624" marT="79812" marB="79812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B78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5710258"/>
                  </a:ext>
                </a:extLst>
              </a:tr>
              <a:tr h="339942">
                <a:tc>
                  <a:txBody>
                    <a:bodyPr/>
                    <a:lstStyle/>
                    <a:p>
                      <a:pPr marL="72000" lvl="1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Trebuchet MS" panose="020B0603020202020204" pitchFamily="34" charset="0"/>
                        <a:buNone/>
                      </a:pPr>
                      <a:r>
                        <a:rPr lang="en-US" sz="900" b="0" i="0" u="none" strike="noStrike" kern="1200" spc="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Track / Department name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B78F"/>
                    </a:solidFill>
                  </a:tcPr>
                </a:tc>
                <a:tc>
                  <a:txBody>
                    <a:bodyPr/>
                    <a:lstStyle/>
                    <a:p>
                      <a:pPr marL="72000" lvl="1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Trebuchet MS" panose="020B0603020202020204" pitchFamily="34" charset="0"/>
                        <a:buNone/>
                      </a:pPr>
                      <a:r>
                        <a:rPr lang="en-US" sz="900" b="0" i="0" u="none" strike="noStrike" kern="1200" spc="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Name and Role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B78F"/>
                    </a:solidFill>
                  </a:tcPr>
                </a:tc>
                <a:tc>
                  <a:txBody>
                    <a:bodyPr/>
                    <a:lstStyle/>
                    <a:p>
                      <a:pPr marL="72000" lvl="1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Trebuchet MS" panose="020B0603020202020204" pitchFamily="34" charset="0"/>
                        <a:buNone/>
                      </a:pPr>
                      <a:r>
                        <a:rPr lang="en-US" sz="900" b="0" i="0" u="none" strike="noStrike" kern="1200" spc="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Entity Name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B78F"/>
                    </a:solidFill>
                  </a:tcPr>
                </a:tc>
                <a:tc>
                  <a:txBody>
                    <a:bodyPr/>
                    <a:lstStyle/>
                    <a:p>
                      <a:pPr marL="72000" lvl="1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Trebuchet MS" panose="020B0603020202020204" pitchFamily="34" charset="0"/>
                        <a:buNone/>
                      </a:pPr>
                      <a:r>
                        <a:rPr lang="en-US" sz="900" b="0" i="0" u="none" strike="noStrike" kern="1200" spc="0" dirty="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Name and Role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B78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148706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155575" lvl="1" indent="-155575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Trebuchet MS" panose="020B0603020202020204" pitchFamily="34" charset="0"/>
                        <a:buChar char="•"/>
                      </a:pPr>
                      <a:r>
                        <a:rPr lang="en-US" sz="800" b="0" i="0" u="none" strike="noStrike" kern="1200" spc="0">
                          <a:solidFill>
                            <a:srgbClr val="585858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Leadership Track</a:t>
                      </a:r>
                    </a:p>
                    <a:p>
                      <a:pPr marL="155575" lvl="1" indent="-155575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Trebuchet MS" panose="020B0603020202020204" pitchFamily="34" charset="0"/>
                        <a:buChar char="•"/>
                      </a:pPr>
                      <a:r>
                        <a:rPr lang="en-US" sz="800" b="0" i="0" u="none" strike="noStrike" kern="1200" spc="0">
                          <a:solidFill>
                            <a:srgbClr val="585858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Events (EMU)</a:t>
                      </a:r>
                    </a:p>
                    <a:p>
                      <a:pPr marL="155575" lvl="1" indent="-155575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Trebuchet MS" panose="020B0603020202020204" pitchFamily="34" charset="0"/>
                        <a:buChar char="•"/>
                      </a:pPr>
                      <a:r>
                        <a:rPr lang="en-US" sz="800" b="0" i="0" u="none" strike="noStrike" kern="1200" spc="0">
                          <a:solidFill>
                            <a:srgbClr val="585858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Procurement/Legal</a:t>
                      </a: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216000" lvl="1" indent="-14400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Trebuchet MS" panose="020B0603020202020204" pitchFamily="34" charset="0"/>
                        <a:buChar char="•"/>
                      </a:pPr>
                      <a:r>
                        <a:rPr lang="en-US" sz="800" b="0" i="0" u="none" strike="noStrike" kern="1200" spc="0">
                          <a:solidFill>
                            <a:srgbClr val="585858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[TBC] - Sponsor</a:t>
                      </a:r>
                      <a:endParaRPr lang="en-US" sz="800" b="0" i="0" u="none" strike="noStrike" kern="1200" spc="0">
                        <a:solidFill>
                          <a:srgbClr val="585858"/>
                        </a:solidFill>
                        <a:effectLst/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216000" lvl="1" indent="-14400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Trebuchet MS" panose="020B0603020202020204" pitchFamily="34" charset="0"/>
                        <a:buChar char="•"/>
                      </a:pPr>
                      <a:r>
                        <a:rPr lang="en-US" sz="800" b="0" i="0" u="none" strike="noStrike" kern="1200" spc="0">
                          <a:solidFill>
                            <a:srgbClr val="585858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[TBC] - Manager</a:t>
                      </a:r>
                      <a:endParaRPr lang="en-US" sz="800" b="0" i="0" u="none" strike="noStrike" kern="1200" spc="0">
                        <a:solidFill>
                          <a:srgbClr val="585858"/>
                        </a:solidFill>
                        <a:effectLst/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216000" lvl="1" indent="-14400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Trebuchet MS" panose="020B0603020202020204" pitchFamily="34" charset="0"/>
                        <a:buChar char="•"/>
                      </a:pPr>
                      <a:r>
                        <a:rPr lang="en-US" sz="800" b="0" i="0" u="none" strike="noStrike" kern="1200" spc="0">
                          <a:solidFill>
                            <a:srgbClr val="585858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[TBC] - Contracts</a:t>
                      </a:r>
                      <a:endParaRPr lang="en-US" sz="800" b="0" i="0" u="none" strike="noStrike" kern="1200" spc="0">
                        <a:solidFill>
                          <a:srgbClr val="585858"/>
                        </a:solidFill>
                        <a:effectLst/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lvl="1" indent="-155575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Trebuchet MS" panose="020B0603020202020204" pitchFamily="34" charset="0"/>
                        <a:buChar char="•"/>
                      </a:pPr>
                      <a:r>
                        <a:rPr lang="en-US" sz="800" b="0" i="0" u="none" strike="noStrike" kern="1200" spc="0">
                          <a:solidFill>
                            <a:srgbClr val="585858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Hena Experience Center</a:t>
                      </a:r>
                    </a:p>
                    <a:p>
                      <a:pPr marL="155575" lvl="1" indent="-155575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Trebuchet MS" panose="020B0603020202020204" pitchFamily="34" charset="0"/>
                        <a:buChar char="•"/>
                      </a:pPr>
                      <a:r>
                        <a:rPr lang="en-US" sz="800" b="0" i="0" u="none" strike="noStrike" kern="1200" spc="0">
                          <a:solidFill>
                            <a:srgbClr val="585858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Event agency (RFP)</a:t>
                      </a: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216000" lvl="1" indent="-14400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Trebuchet MS" panose="020B0603020202020204" pitchFamily="34" charset="0"/>
                        <a:buChar char="•"/>
                      </a:pPr>
                      <a:r>
                        <a:rPr lang="en-US" sz="800" b="0" i="0" u="none" strike="noStrike" kern="1200" spc="0" dirty="0">
                          <a:solidFill>
                            <a:srgbClr val="585858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[TBC] - Venue ops</a:t>
                      </a:r>
                    </a:p>
                    <a:p>
                      <a:pPr marL="216000" lvl="1" indent="-14400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Trebuchet MS" panose="020B0603020202020204" pitchFamily="34" charset="0"/>
                        <a:buChar char="•"/>
                      </a:pPr>
                      <a:r>
                        <a:rPr lang="en-US" sz="800" b="0" i="0" u="none" strike="noStrike" kern="1200" spc="0" dirty="0">
                          <a:solidFill>
                            <a:srgbClr val="585858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[TBC] - Delivery</a:t>
                      </a: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4301157"/>
                  </a:ext>
                </a:extLst>
              </a:tr>
            </a:tbl>
          </a:graphicData>
        </a:graphic>
      </p:graphicFrame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13C9E99-EF92-AC65-6A2B-FF5D4FBD1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7614596"/>
              </p:ext>
            </p:extLst>
          </p:nvPr>
        </p:nvGraphicFramePr>
        <p:xfrm>
          <a:off x="362189" y="1171840"/>
          <a:ext cx="11425343" cy="1718115"/>
        </p:xfrm>
        <a:graphic>
          <a:graphicData uri="http://schemas.openxmlformats.org/drawingml/2006/table">
            <a:tbl>
              <a:tblPr/>
              <a:tblGrid>
                <a:gridCol w="231253">
                  <a:extLst>
                    <a:ext uri="{9D8B030D-6E8A-4147-A177-3AD203B41FA5}">
                      <a16:colId xmlns:a16="http://schemas.microsoft.com/office/drawing/2014/main" val="446120736"/>
                    </a:ext>
                  </a:extLst>
                </a:gridCol>
                <a:gridCol w="4641364">
                  <a:extLst>
                    <a:ext uri="{9D8B030D-6E8A-4147-A177-3AD203B41FA5}">
                      <a16:colId xmlns:a16="http://schemas.microsoft.com/office/drawing/2014/main" val="206610997"/>
                    </a:ext>
                  </a:extLst>
                </a:gridCol>
                <a:gridCol w="3991003">
                  <a:extLst>
                    <a:ext uri="{9D8B030D-6E8A-4147-A177-3AD203B41FA5}">
                      <a16:colId xmlns:a16="http://schemas.microsoft.com/office/drawing/2014/main" val="2665550438"/>
                    </a:ext>
                  </a:extLst>
                </a:gridCol>
                <a:gridCol w="1349162">
                  <a:extLst>
                    <a:ext uri="{9D8B030D-6E8A-4147-A177-3AD203B41FA5}">
                      <a16:colId xmlns:a16="http://schemas.microsoft.com/office/drawing/2014/main" val="1434277019"/>
                    </a:ext>
                  </a:extLst>
                </a:gridCol>
                <a:gridCol w="1212561">
                  <a:extLst>
                    <a:ext uri="{9D8B030D-6E8A-4147-A177-3AD203B41FA5}">
                      <a16:colId xmlns:a16="http://schemas.microsoft.com/office/drawing/2014/main" val="1827259541"/>
                    </a:ext>
                  </a:extLst>
                </a:gridCol>
              </a:tblGrid>
              <a:tr h="247829">
                <a:tc gridSpan="5">
                  <a:txBody>
                    <a:bodyPr/>
                    <a:lstStyle/>
                    <a:p>
                      <a:pPr marL="4572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Project Timeline</a:t>
                      </a:r>
                    </a:p>
                  </a:txBody>
                  <a:tcPr marL="45720" marR="45717" marT="45717" marB="45717" anchor="ctr">
                    <a:lnL w="12700" cap="flat" cmpd="sng" algn="ctr">
                      <a:solidFill>
                        <a:schemeClr val="accent3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4572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050" b="1" i="0" u="none" strike="noStrike" kern="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Gotham" panose="02000504050000020004" pitchFamily="2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45720" marR="45717" marT="45717" marB="45717" anchor="ctr">
                    <a:lnL w="12700" cap="flat" cmpd="sng" algn="ctr">
                      <a:solidFill>
                        <a:schemeClr val="accent3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974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4572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264228"/>
                        </a:buClr>
                        <a:buSzPct val="100000"/>
                        <a:buFontTx/>
                        <a:buNone/>
                        <a:tabLst/>
                        <a:defRPr/>
                      </a:pPr>
                      <a:endParaRPr lang="en-US" sz="1050" b="1" i="0" u="none" strike="noStrike" kern="1200">
                        <a:solidFill>
                          <a:srgbClr val="737373"/>
                        </a:solidFill>
                        <a:effectLst/>
                        <a:latin typeface="Gotham" panose="02000504050000020004" pitchFamily="2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45717" marR="45717" marT="45717" marB="45717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974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684762"/>
                  </a:ext>
                </a:extLst>
              </a:tr>
              <a:tr h="247835">
                <a:tc>
                  <a:txBody>
                    <a:bodyPr/>
                    <a:lstStyle/>
                    <a:p>
                      <a:pPr marL="45720" algn="ctr" defTabSz="914400" rtl="0" eaLnBrk="1" fontAlgn="ctr" latinLnBrk="0" hangingPunct="1"/>
                      <a:r>
                        <a:rPr lang="en-US" sz="1050" b="0" i="0" u="none" strike="noStrike" kern="1200" dirty="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#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500"/>
                    </a:solidFill>
                  </a:tcPr>
                </a:tc>
                <a:tc>
                  <a:txBody>
                    <a:bodyPr/>
                    <a:lstStyle/>
                    <a:p>
                      <a:pPr marL="45720" algn="ctr" defTabSz="914400" rtl="0" eaLnBrk="1" fontAlgn="ctr" latinLnBrk="0" hangingPunct="1"/>
                      <a:r>
                        <a:rPr lang="en-US" sz="1050" b="0" i="0" u="none" strike="noStrike" kern="1200" dirty="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Workstream/Phase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500"/>
                    </a:solidFill>
                  </a:tcPr>
                </a:tc>
                <a:tc>
                  <a:txBody>
                    <a:bodyPr/>
                    <a:lstStyle/>
                    <a:p>
                      <a:pPr marL="45720" algn="ctr" defTabSz="914400" rtl="0" eaLnBrk="1" fontAlgn="ctr" latinLnBrk="0" hangingPunct="1"/>
                      <a:r>
                        <a:rPr lang="en-US" sz="1050" b="0" i="0" u="none" strike="noStrike" kern="1200" dirty="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Main Deliverables </a:t>
                      </a:r>
                    </a:p>
                  </a:txBody>
                  <a:tcPr marL="45717" marR="45717" marT="45717" marB="45717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500"/>
                    </a:solidFill>
                  </a:tcPr>
                </a:tc>
                <a:tc>
                  <a:txBody>
                    <a:bodyPr/>
                    <a:lstStyle/>
                    <a:p>
                      <a:pPr marL="45720" algn="ctr" defTabSz="914400" rtl="0" eaLnBrk="1" fontAlgn="ctr" latinLnBrk="0" hangingPunct="1"/>
                      <a:r>
                        <a:rPr lang="en-US" sz="1050" b="0" i="0" u="none" strike="noStrike" kern="1200" dirty="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Start Date</a:t>
                      </a:r>
                    </a:p>
                  </a:txBody>
                  <a:tcPr marL="45717" marR="45717" marT="45717" marB="45717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500"/>
                    </a:solidFill>
                  </a:tcPr>
                </a:tc>
                <a:tc>
                  <a:txBody>
                    <a:bodyPr/>
                    <a:lstStyle/>
                    <a:p>
                      <a:pPr marL="45720" algn="ctr" defTabSz="914400" rtl="0" eaLnBrk="1" fontAlgn="ctr" latinLnBrk="0" hangingPunct="1"/>
                      <a:r>
                        <a:rPr lang="en-US" sz="1050" b="0" i="0" u="none" strike="noStrike" kern="1200" dirty="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End Date</a:t>
                      </a:r>
                    </a:p>
                  </a:txBody>
                  <a:tcPr marL="45717" marR="45717" marT="45717" marB="45717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5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5658303"/>
                  </a:ext>
                </a:extLst>
              </a:tr>
              <a:tr h="237429">
                <a:tc>
                  <a:txBody>
                    <a:bodyPr/>
                    <a:lstStyle/>
                    <a:p>
                      <a:pPr marL="0" marR="0" lvl="1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1C041">
                            <a:lumMod val="100000"/>
                          </a:srgbClr>
                        </a:buClr>
                        <a:buSzPct val="100000"/>
                        <a:buFont typeface="Trebuchet MS" panose="020B0603020202020204" pitchFamily="34" charset="0"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585858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45720" marR="36000" marT="0" marB="0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1000" marR="0" lvl="1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1C041">
                            <a:lumMod val="100000"/>
                          </a:srgbClr>
                        </a:buClr>
                        <a:buSzPct val="100000"/>
                        <a:buFont typeface="Trebuchet MS" panose="020B0603020202020204" pitchFamily="34" charset="0"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585858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Initiation</a:t>
                      </a:r>
                    </a:p>
                  </a:txBody>
                  <a:tcPr marL="45720" marR="36000" marT="0" marB="0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26262"/>
                        </a:buClr>
                        <a:buSzPts val="1100"/>
                        <a:buFont typeface="Arial" panose="020B0604020202020204" pitchFamily="34" charset="0"/>
                        <a:buChar char="•"/>
                      </a:pPr>
                      <a:r>
                        <a:rPr kumimoji="0" 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585858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+mn-cs"/>
                        </a:rPr>
                        <a:t>Approved event charter and PO issued</a:t>
                      </a:r>
                    </a:p>
                  </a:txBody>
                  <a:tcPr marL="45717" marR="45717" marT="45717" marB="45717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26262"/>
                        </a:buClr>
                        <a:buSzPts val="1100"/>
                        <a:buFont typeface="Arial" panose="020B0604020202020204" pitchFamily="34" charset="0"/>
                        <a:buChar char="•"/>
                      </a:pPr>
                      <a:r>
                        <a:rPr kumimoji="0" 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585858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+mn-cs"/>
                        </a:rPr>
                        <a:t>06/09/2026</a:t>
                      </a:r>
                      <a:endParaRPr kumimoji="0" lang="en-US" sz="900" b="0" i="0" u="none" strike="noStrike" kern="1200" cap="none" spc="0" normalizeH="0" baseline="0">
                        <a:ln>
                          <a:noFill/>
                        </a:ln>
                        <a:solidFill>
                          <a:srgbClr val="585858"/>
                        </a:solidFill>
                        <a:effectLst/>
                        <a:uLnTx/>
                        <a:uFillTx/>
                        <a:latin typeface="Codec Pro"/>
                        <a:ea typeface="+mn-ea"/>
                        <a:cs typeface="+mn-cs"/>
                      </a:endParaRPr>
                    </a:p>
                  </a:txBody>
                  <a:tcPr marL="45717" marR="45717" marT="45717" marB="45717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26262"/>
                        </a:buClr>
                        <a:buSzPts val="1100"/>
                        <a:buFont typeface="Arial" panose="020B0604020202020204" pitchFamily="34" charset="0"/>
                        <a:buChar char="•"/>
                      </a:pPr>
                      <a:r>
                        <a:rPr kumimoji="0" lang="en-US" sz="9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585858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+mn-cs"/>
                        </a:rPr>
                        <a:t>01/10/2026</a:t>
                      </a: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585858"/>
                        </a:solidFill>
                        <a:effectLst/>
                        <a:uLnTx/>
                        <a:uFillTx/>
                        <a:latin typeface="Codec Pro"/>
                        <a:ea typeface="+mn-ea"/>
                        <a:cs typeface="+mn-cs"/>
                      </a:endParaRPr>
                    </a:p>
                  </a:txBody>
                  <a:tcPr marL="45717" marR="45717" marT="45717" marB="45717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9797954"/>
                  </a:ext>
                </a:extLst>
              </a:tr>
              <a:tr h="237429">
                <a:tc>
                  <a:txBody>
                    <a:bodyPr/>
                    <a:lstStyle/>
                    <a:p>
                      <a:pPr marL="0" marR="0" lvl="1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1C041">
                            <a:lumMod val="100000"/>
                          </a:srgbClr>
                        </a:buClr>
                        <a:buSzPct val="100000"/>
                        <a:buFont typeface="Trebuchet MS" panose="020B0603020202020204" pitchFamily="34" charset="0"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85858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45720" marR="36000" marT="0" marB="0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1000" marR="0" lvl="1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1C041">
                            <a:lumMod val="100000"/>
                          </a:srgbClr>
                        </a:buClr>
                        <a:buSzPct val="100000"/>
                        <a:buFont typeface="Trebuchet MS" panose="020B0603020202020204" pitchFamily="34" charset="0"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585858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Planning</a:t>
                      </a:r>
                    </a:p>
                  </a:txBody>
                  <a:tcPr marL="45720" marR="36000" marT="0" marB="0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26262"/>
                        </a:buClr>
                        <a:buSzPts val="1100"/>
                        <a:buFont typeface="Arial" panose="020B0604020202020204" pitchFamily="34" charset="0"/>
                        <a:buChar char="•"/>
                      </a:pPr>
                      <a:r>
                        <a:rPr kumimoji="0" 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585858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+mn-cs"/>
                        </a:rPr>
                        <a:t>Venue contract, agency award, run of show, graph and recognition data</a:t>
                      </a:r>
                    </a:p>
                  </a:txBody>
                  <a:tcPr marL="45717" marR="45717" marT="45717" marB="45717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26262"/>
                        </a:buClr>
                        <a:buSzPts val="1100"/>
                        <a:buFont typeface="Arial" panose="020B0604020202020204" pitchFamily="34" charset="0"/>
                        <a:buChar char="•"/>
                      </a:pPr>
                      <a:r>
                        <a:rPr kumimoji="0" 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585858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+mn-cs"/>
                        </a:rPr>
                        <a:t>04/10/2026</a:t>
                      </a:r>
                      <a:endParaRPr kumimoji="0" lang="en-US" sz="900" b="0" i="0" u="none" strike="noStrike" kern="1200" cap="none" spc="0" normalizeH="0" baseline="0">
                        <a:ln>
                          <a:noFill/>
                        </a:ln>
                        <a:solidFill>
                          <a:srgbClr val="585858"/>
                        </a:solidFill>
                        <a:effectLst/>
                        <a:uLnTx/>
                        <a:uFillTx/>
                        <a:latin typeface="Codec Pro"/>
                        <a:ea typeface="+mn-ea"/>
                        <a:cs typeface="+mn-cs"/>
                      </a:endParaRPr>
                    </a:p>
                  </a:txBody>
                  <a:tcPr marL="45717" marR="45717" marT="45717" marB="45717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26262"/>
                        </a:buClr>
                        <a:buSzPts val="1100"/>
                        <a:buFont typeface="Arial" panose="020B0604020202020204" pitchFamily="34" charset="0"/>
                        <a:buChar char="•"/>
                      </a:pPr>
                      <a:r>
                        <a:rPr kumimoji="0" 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585858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+mn-cs"/>
                        </a:rPr>
                        <a:t>05/11/2026</a:t>
                      </a:r>
                      <a:endParaRPr kumimoji="0" lang="en-US" sz="900" b="0" i="0" u="none" strike="noStrike" kern="1200" cap="none" spc="0" normalizeH="0" baseline="0">
                        <a:ln>
                          <a:noFill/>
                        </a:ln>
                        <a:solidFill>
                          <a:srgbClr val="585858"/>
                        </a:solidFill>
                        <a:effectLst/>
                        <a:uLnTx/>
                        <a:uFillTx/>
                        <a:latin typeface="Codec Pro"/>
                        <a:ea typeface="+mn-ea"/>
                        <a:cs typeface="+mn-cs"/>
                      </a:endParaRPr>
                    </a:p>
                  </a:txBody>
                  <a:tcPr marL="45717" marR="45717" marT="45717" marB="45717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7976388"/>
                  </a:ext>
                </a:extLst>
              </a:tr>
              <a:tr h="237429">
                <a:tc>
                  <a:txBody>
                    <a:bodyPr/>
                    <a:lstStyle/>
                    <a:p>
                      <a:pPr marL="0" marR="0" lvl="1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1C041">
                            <a:lumMod val="100000"/>
                          </a:srgbClr>
                        </a:buClr>
                        <a:buSzPct val="100000"/>
                        <a:buFont typeface="Trebuchet MS" panose="020B0603020202020204" pitchFamily="34" charset="0"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85858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45720" marR="36000" marT="0" marB="0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1000" marR="0" lvl="1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1C041">
                            <a:lumMod val="100000"/>
                          </a:srgbClr>
                        </a:buClr>
                        <a:buSzPct val="100000"/>
                        <a:buFont typeface="Trebuchet MS" panose="020B0603020202020204" pitchFamily="34" charset="0"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585858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Execution</a:t>
                      </a:r>
                    </a:p>
                  </a:txBody>
                  <a:tcPr marL="45720" marR="36000" marT="0" marB="0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26262"/>
                        </a:buClr>
                        <a:buSzPts val="1100"/>
                        <a:buFont typeface="Arial" panose="020B0604020202020204" pitchFamily="34" charset="0"/>
                        <a:buChar char="•"/>
                      </a:pPr>
                      <a:r>
                        <a:rPr kumimoji="0" lang="en-US" sz="9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585858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+mn-cs"/>
                        </a:rPr>
                        <a:t>Registration, member profiles and digital badges</a:t>
                      </a:r>
                    </a:p>
                    <a:p>
                      <a:pPr marL="171450" marR="0" lvl="0" indent="-17145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26262"/>
                        </a:buClr>
                        <a:buSzPts val="1100"/>
                        <a:buFont typeface="Arial" panose="020B0604020202020204" pitchFamily="34" charset="0"/>
                        <a:buChar char="•"/>
                      </a:pPr>
                      <a:r>
                        <a:rPr kumimoji="0" lang="en-US" sz="9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585858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+mn-cs"/>
                        </a:rPr>
                        <a:t>Build, stage, graph integration and rehearsal</a:t>
                      </a:r>
                    </a:p>
                    <a:p>
                      <a:pPr marL="171450" marR="0" lvl="0" indent="-17145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26262"/>
                        </a:buClr>
                        <a:buSzPts val="1100"/>
                        <a:buFont typeface="Arial" panose="020B0604020202020204" pitchFamily="34" charset="0"/>
                        <a:buChar char="•"/>
                      </a:pPr>
                      <a:r>
                        <a:rPr kumimoji="0" lang="en-US" sz="9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585858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+mn-cs"/>
                        </a:rPr>
                        <a:t>Event day delivery and dismantle</a:t>
                      </a:r>
                    </a:p>
                  </a:txBody>
                  <a:tcPr marL="45717" marR="45717" marT="45717" marB="45717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26262"/>
                        </a:buClr>
                        <a:buSzPts val="1100"/>
                        <a:buFont typeface="Arial" panose="020B0604020202020204" pitchFamily="34" charset="0"/>
                        <a:buChar char="•"/>
                      </a:pPr>
                      <a:r>
                        <a:rPr kumimoji="0" 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585858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+mn-cs"/>
                        </a:rPr>
                        <a:t>08/11/2026</a:t>
                      </a:r>
                      <a:endParaRPr kumimoji="0" lang="en-US" sz="900" b="0" i="0" u="none" strike="noStrike" kern="1200" cap="none" spc="0" normalizeH="0" baseline="0">
                        <a:ln>
                          <a:noFill/>
                        </a:ln>
                        <a:solidFill>
                          <a:srgbClr val="585858"/>
                        </a:solidFill>
                        <a:effectLst/>
                        <a:uLnTx/>
                        <a:uFillTx/>
                        <a:latin typeface="Codec Pro"/>
                        <a:ea typeface="+mn-ea"/>
                        <a:cs typeface="+mn-cs"/>
                      </a:endParaRPr>
                    </a:p>
                    <a:p>
                      <a:pPr marL="171450" marR="0" lvl="0" indent="-17145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26262"/>
                        </a:buClr>
                        <a:buSzPts val="1100"/>
                        <a:buFont typeface="Arial" panose="020B0604020202020204" pitchFamily="34" charset="0"/>
                        <a:buChar char="•"/>
                      </a:pPr>
                      <a:r>
                        <a:rPr kumimoji="0" 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585858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+mn-cs"/>
                        </a:rPr>
                        <a:t>18/11/2026</a:t>
                      </a:r>
                      <a:endParaRPr kumimoji="0" lang="en-US" sz="900" b="0" i="0" u="none" strike="noStrike" kern="1200" cap="none" spc="0" normalizeH="0" baseline="0">
                        <a:ln>
                          <a:noFill/>
                        </a:ln>
                        <a:solidFill>
                          <a:srgbClr val="585858"/>
                        </a:solidFill>
                        <a:effectLst/>
                        <a:uLnTx/>
                        <a:uFillTx/>
                        <a:latin typeface="Codec Pro"/>
                        <a:ea typeface="+mn-ea"/>
                        <a:cs typeface="+mn-cs"/>
                      </a:endParaRPr>
                    </a:p>
                    <a:p>
                      <a:pPr marL="171450" marR="0" lvl="0" indent="-17145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26262"/>
                        </a:buClr>
                        <a:buSzPts val="1100"/>
                        <a:buFont typeface="Arial" panose="020B0604020202020204" pitchFamily="34" charset="0"/>
                        <a:buChar char="•"/>
                      </a:pPr>
                      <a:r>
                        <a:rPr kumimoji="0" 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585858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+mn-cs"/>
                        </a:rPr>
                        <a:t>21/11/2026</a:t>
                      </a:r>
                      <a:endParaRPr kumimoji="0" lang="en-US" sz="900" b="0" i="0" u="none" strike="noStrike" kern="1200" cap="none" spc="0" normalizeH="0" baseline="0">
                        <a:ln>
                          <a:noFill/>
                        </a:ln>
                        <a:solidFill>
                          <a:srgbClr val="585858"/>
                        </a:solidFill>
                        <a:effectLst/>
                        <a:uLnTx/>
                        <a:uFillTx/>
                        <a:latin typeface="Codec Pro"/>
                        <a:ea typeface="+mn-ea"/>
                        <a:cs typeface="+mn-cs"/>
                      </a:endParaRPr>
                    </a:p>
                  </a:txBody>
                  <a:tcPr marL="45717" marR="45717" marT="45717" marB="45717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26262"/>
                        </a:buClr>
                        <a:buSzPts val="1100"/>
                        <a:buFont typeface="Arial" panose="020B0604020202020204" pitchFamily="34" charset="0"/>
                        <a:buChar char="•"/>
                      </a:pPr>
                      <a:r>
                        <a:rPr kumimoji="0" 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585858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+mn-cs"/>
                        </a:rPr>
                        <a:t>19/11/2026</a:t>
                      </a:r>
                      <a:endParaRPr kumimoji="0" lang="en-US" sz="900" b="0" i="0" u="none" strike="noStrike" kern="1200" cap="none" spc="0" normalizeH="0" baseline="0">
                        <a:ln>
                          <a:noFill/>
                        </a:ln>
                        <a:solidFill>
                          <a:srgbClr val="585858"/>
                        </a:solidFill>
                        <a:effectLst/>
                        <a:uLnTx/>
                        <a:uFillTx/>
                        <a:latin typeface="Codec Pro"/>
                        <a:ea typeface="+mn-ea"/>
                        <a:cs typeface="+mn-cs"/>
                      </a:endParaRPr>
                    </a:p>
                    <a:p>
                      <a:pPr marL="171450" marR="0" lvl="0" indent="-17145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26262"/>
                        </a:buClr>
                        <a:buSzPts val="1100"/>
                        <a:buFont typeface="Arial" panose="020B0604020202020204" pitchFamily="34" charset="0"/>
                        <a:buChar char="•"/>
                      </a:pPr>
                      <a:r>
                        <a:rPr kumimoji="0" 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585858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+mn-cs"/>
                        </a:rPr>
                        <a:t>20/11/2026</a:t>
                      </a:r>
                      <a:endParaRPr kumimoji="0" lang="en-US" sz="900" b="0" i="0" u="none" strike="noStrike" kern="1200" cap="none" spc="0" normalizeH="0" baseline="0">
                        <a:ln>
                          <a:noFill/>
                        </a:ln>
                        <a:solidFill>
                          <a:srgbClr val="585858"/>
                        </a:solidFill>
                        <a:effectLst/>
                        <a:uLnTx/>
                        <a:uFillTx/>
                        <a:latin typeface="Codec Pro"/>
                        <a:ea typeface="+mn-ea"/>
                        <a:cs typeface="+mn-cs"/>
                      </a:endParaRPr>
                    </a:p>
                    <a:p>
                      <a:pPr marL="171450" marR="0" lvl="0" indent="-17145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26262"/>
                        </a:buClr>
                        <a:buSzPts val="1100"/>
                        <a:buFont typeface="Arial" panose="020B0604020202020204" pitchFamily="34" charset="0"/>
                        <a:buChar char="•"/>
                      </a:pPr>
                      <a:r>
                        <a:rPr kumimoji="0" 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585858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+mn-cs"/>
                        </a:rPr>
                        <a:t>23/11/2026</a:t>
                      </a:r>
                      <a:endParaRPr kumimoji="0" lang="en-US" sz="900" b="0" i="0" u="none" strike="noStrike" kern="1200" cap="none" spc="0" normalizeH="0" baseline="0">
                        <a:ln>
                          <a:noFill/>
                        </a:ln>
                        <a:solidFill>
                          <a:srgbClr val="585858"/>
                        </a:solidFill>
                        <a:effectLst/>
                        <a:uLnTx/>
                        <a:uFillTx/>
                        <a:latin typeface="Codec Pro"/>
                        <a:ea typeface="+mn-ea"/>
                        <a:cs typeface="+mn-cs"/>
                      </a:endParaRPr>
                    </a:p>
                  </a:txBody>
                  <a:tcPr marL="45717" marR="45717" marT="45717" marB="45717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429">
                <a:tc>
                  <a:txBody>
                    <a:bodyPr/>
                    <a:lstStyle/>
                    <a:p>
                      <a:pPr marL="0" marR="0" lvl="1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1C041">
                            <a:lumMod val="100000"/>
                          </a:srgbClr>
                        </a:buClr>
                        <a:buSzPct val="100000"/>
                        <a:buFont typeface="Trebuchet MS" panose="020B0603020202020204" pitchFamily="34" charset="0"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85858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marL="45720" marR="36000" marT="0" marB="0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1000" marR="0" lvl="1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1C041">
                            <a:lumMod val="100000"/>
                          </a:srgbClr>
                        </a:buClr>
                        <a:buSzPct val="100000"/>
                        <a:buFont typeface="Trebuchet MS" panose="020B0603020202020204" pitchFamily="34" charset="0"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85858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Closure</a:t>
                      </a:r>
                    </a:p>
                  </a:txBody>
                  <a:tcPr marL="45720" marR="36000" marT="0" marB="0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26262"/>
                        </a:buClr>
                        <a:buSzPts val="1100"/>
                        <a:buFont typeface="Arial" panose="020B0604020202020204" pitchFamily="34" charset="0"/>
                        <a:buChar char="•"/>
                      </a:pPr>
                      <a:r>
                        <a:rPr kumimoji="0" 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585858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+mn-cs"/>
                        </a:rPr>
                        <a:t>Post-event report, network metrics and vendor closeout</a:t>
                      </a:r>
                    </a:p>
                  </a:txBody>
                  <a:tcPr marL="45717" marR="45717" marT="45717" marB="45717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26262"/>
                        </a:buClr>
                        <a:buSzPts val="1100"/>
                        <a:buFont typeface="Arial" panose="020B0604020202020204" pitchFamily="34" charset="0"/>
                        <a:buChar char="•"/>
                      </a:pPr>
                      <a:r>
                        <a:rPr kumimoji="0" 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585858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+mn-cs"/>
                        </a:rPr>
                        <a:t>24/11/2026</a:t>
                      </a:r>
                      <a:endParaRPr kumimoji="0" lang="en-US" sz="900" b="0" i="0" u="none" strike="noStrike" kern="1200" cap="none" spc="0" normalizeH="0" baseline="0">
                        <a:ln>
                          <a:noFill/>
                        </a:ln>
                        <a:solidFill>
                          <a:srgbClr val="585858"/>
                        </a:solidFill>
                        <a:effectLst/>
                        <a:uLnTx/>
                        <a:uFillTx/>
                        <a:latin typeface="Codec Pro"/>
                        <a:ea typeface="+mn-ea"/>
                        <a:cs typeface="+mn-cs"/>
                      </a:endParaRPr>
                    </a:p>
                  </a:txBody>
                  <a:tcPr marL="45717" marR="45717" marT="45717" marB="45717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26262"/>
                        </a:buClr>
                        <a:buSzPts val="1100"/>
                        <a:buFont typeface="Arial" panose="020B0604020202020204" pitchFamily="34" charset="0"/>
                        <a:buChar char="•"/>
                      </a:pPr>
                      <a:r>
                        <a:rPr kumimoji="0" lang="en-US" sz="9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585858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+mn-cs"/>
                        </a:rPr>
                        <a:t>17/12/2026</a:t>
                      </a: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585858"/>
                        </a:solidFill>
                        <a:effectLst/>
                        <a:uLnTx/>
                        <a:uFillTx/>
                        <a:latin typeface="Codec Pro"/>
                        <a:ea typeface="+mn-ea"/>
                        <a:cs typeface="+mn-cs"/>
                      </a:endParaRPr>
                    </a:p>
                  </a:txBody>
                  <a:tcPr marL="45717" marR="45717" marT="45717" marB="45717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4930275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F667CC4-7D83-C05A-4D2C-F92D27C4BAED}"/>
              </a:ext>
            </a:extLst>
          </p:cNvPr>
          <p:cNvGraphicFramePr>
            <a:graphicFrameLocks noGrp="1"/>
          </p:cNvGraphicFramePr>
          <p:nvPr/>
        </p:nvGraphicFramePr>
        <p:xfrm>
          <a:off x="362189" y="4679566"/>
          <a:ext cx="11449179" cy="1097280"/>
        </p:xfrm>
        <a:graphic>
          <a:graphicData uri="http://schemas.openxmlformats.org/drawingml/2006/table">
            <a:tbl>
              <a:tblPr/>
              <a:tblGrid>
                <a:gridCol w="413961">
                  <a:extLst>
                    <a:ext uri="{9D8B030D-6E8A-4147-A177-3AD203B41FA5}">
                      <a16:colId xmlns:a16="http://schemas.microsoft.com/office/drawing/2014/main" val="206610997"/>
                    </a:ext>
                  </a:extLst>
                </a:gridCol>
                <a:gridCol w="3713722">
                  <a:extLst>
                    <a:ext uri="{9D8B030D-6E8A-4147-A177-3AD203B41FA5}">
                      <a16:colId xmlns:a16="http://schemas.microsoft.com/office/drawing/2014/main" val="2152660045"/>
                    </a:ext>
                  </a:extLst>
                </a:gridCol>
                <a:gridCol w="978731">
                  <a:extLst>
                    <a:ext uri="{9D8B030D-6E8A-4147-A177-3AD203B41FA5}">
                      <a16:colId xmlns:a16="http://schemas.microsoft.com/office/drawing/2014/main" val="3641691822"/>
                    </a:ext>
                  </a:extLst>
                </a:gridCol>
                <a:gridCol w="5066884">
                  <a:extLst>
                    <a:ext uri="{9D8B030D-6E8A-4147-A177-3AD203B41FA5}">
                      <a16:colId xmlns:a16="http://schemas.microsoft.com/office/drawing/2014/main" val="1440974211"/>
                    </a:ext>
                  </a:extLst>
                </a:gridCol>
                <a:gridCol w="1275881">
                  <a:extLst>
                    <a:ext uri="{9D8B030D-6E8A-4147-A177-3AD203B41FA5}">
                      <a16:colId xmlns:a16="http://schemas.microsoft.com/office/drawing/2014/main" val="2877463663"/>
                    </a:ext>
                  </a:extLst>
                </a:gridCol>
              </a:tblGrid>
              <a:tr h="274320">
                <a:tc gridSpan="5">
                  <a:txBody>
                    <a:bodyPr/>
                    <a:lstStyle/>
                    <a:p>
                      <a:pPr marL="4572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0A1C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sz="105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Main Risks and Issues</a:t>
                      </a:r>
                    </a:p>
                  </a:txBody>
                  <a:tcPr marL="91434" marR="91434" marT="45717" marB="45717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45720" indent="0" algn="ctr" defTabSz="914400" rtl="0" eaLnBrk="1" fontAlgn="ctr" latinLnBrk="0" hangingPunct="1">
                        <a:buClr>
                          <a:srgbClr val="70A1C0"/>
                        </a:buClr>
                        <a:buFont typeface="Arial" panose="020B0604020202020204" pitchFamily="34" charset="0"/>
                        <a:buNone/>
                      </a:pPr>
                      <a:endParaRPr lang="en-US" sz="1050" b="1" i="0" u="none" strike="noStrike" kern="1200">
                        <a:solidFill>
                          <a:srgbClr val="737373"/>
                        </a:solidFill>
                        <a:effectLst/>
                        <a:latin typeface="Gotham" panose="02000504050000020004" pitchFamily="2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434" marR="91434" marT="45717" marB="45717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8974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4572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0A1C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en-US" sz="1050" b="1" i="0" u="none" strike="noStrike" kern="1200">
                        <a:solidFill>
                          <a:srgbClr val="737373"/>
                        </a:solidFill>
                        <a:effectLst/>
                        <a:latin typeface="Gotham" panose="02000504050000020004" pitchFamily="2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434" marR="91434" marT="45717" marB="45717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8974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4572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0A1C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en-US" sz="1050" b="1" i="0" u="none" strike="noStrike" kern="1200">
                        <a:solidFill>
                          <a:srgbClr val="737373"/>
                        </a:solidFill>
                        <a:effectLst/>
                        <a:latin typeface="Gotham" panose="02000504050000020004" pitchFamily="2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434" marR="91434" marT="45717" marB="45717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897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6496141"/>
                  </a:ext>
                </a:extLst>
              </a:tr>
              <a:tr h="274320">
                <a:tc gridSpan="2">
                  <a:txBody>
                    <a:bodyPr/>
                    <a:lstStyle/>
                    <a:p>
                      <a:pPr marL="45720" indent="0" algn="ctr" defTabSz="914400" rtl="0" eaLnBrk="1" fontAlgn="ctr" latinLnBrk="0" hangingPunct="1">
                        <a:buClr>
                          <a:srgbClr val="70A1C0"/>
                        </a:buClr>
                        <a:buFont typeface="Arial" panose="020B0604020202020204" pitchFamily="34" charset="0"/>
                        <a:buNone/>
                      </a:pPr>
                      <a:r>
                        <a:rPr lang="en-US" sz="1050" b="0" i="0" u="none" strike="noStrike" kern="120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Main Risks/Issues</a:t>
                      </a:r>
                    </a:p>
                  </a:txBody>
                  <a:tcPr marL="91434" marR="91434" marT="45717" marB="45717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45720" indent="0" algn="ctr" defTabSz="914400" rtl="0" eaLnBrk="1" fontAlgn="ctr" latinLnBrk="0" hangingPunct="1">
                        <a:buClr>
                          <a:srgbClr val="70A1C0"/>
                        </a:buClr>
                        <a:buFont typeface="Arial" panose="020B0604020202020204" pitchFamily="34" charset="0"/>
                        <a:buNone/>
                      </a:pPr>
                      <a:r>
                        <a:rPr lang="en-US" sz="1050" b="0" i="0" u="none" strike="noStrike" kern="120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Severity</a:t>
                      </a:r>
                    </a:p>
                  </a:txBody>
                  <a:tcPr marL="91434" marR="91434" marT="45717" marB="45717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4572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0A1C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sz="1050" b="0" i="0" u="none" strike="noStrike" kern="120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Mitigation</a:t>
                      </a:r>
                    </a:p>
                  </a:txBody>
                  <a:tcPr marL="91434" marR="91434" marT="45717" marB="45717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4572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0A1C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sz="1050" b="0" i="0" u="none" strike="noStrike" kern="120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Owner</a:t>
                      </a:r>
                    </a:p>
                  </a:txBody>
                  <a:tcPr marL="91434" marR="91434" marT="45717" marB="45717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812304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45720" algn="just" rtl="0" fontAlgn="ctr"/>
                      <a:endParaRPr lang="en-US" sz="900" b="0" kern="0">
                        <a:solidFill>
                          <a:srgbClr val="737373"/>
                        </a:solidFill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434" marR="91434" marT="45717" marB="45717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1" indent="-1588" algn="l" defTabSz="910453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5B74">
                            <a:lumMod val="100000"/>
                          </a:srgbClr>
                        </a:buClr>
                        <a:buSzPct val="100000"/>
                        <a:buFont typeface="Trebuchet MS" panose="020B0603020202020204" pitchFamily="34" charset="0"/>
                        <a:buNone/>
                        <a:tabLst/>
                        <a:defRPr/>
                      </a:pPr>
                      <a:r>
                        <a:rPr lang="en-US" sz="900" b="0" kern="0">
                          <a:solidFill>
                            <a:schemeClr val="tx1"/>
                          </a:solidFill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Attendance gap: 320 of 468 attended in 2024.</a:t>
                      </a:r>
                      <a:endParaRPr lang="en-US" sz="900" b="0" kern="0">
                        <a:solidFill>
                          <a:schemeClr val="tx1"/>
                        </a:solidFill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434" marR="91434" marT="45717" marB="45717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1" indent="-1588" algn="l" defTabSz="910453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5B74">
                            <a:lumMod val="100000"/>
                          </a:srgbClr>
                        </a:buClr>
                        <a:buSzPct val="100000"/>
                        <a:buFont typeface="Trebuchet MS" panose="020B0603020202020204" pitchFamily="34" charset="0"/>
                        <a:buNone/>
                        <a:tabLst/>
                        <a:defRPr/>
                      </a:pPr>
                      <a:endParaRPr lang="en-US" sz="900" b="0" kern="0">
                        <a:solidFill>
                          <a:srgbClr val="737373"/>
                        </a:solidFill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434" marR="91434" marT="45717" marB="45717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1" indent="-1588" algn="l" defTabSz="910453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5B74">
                            <a:lumMod val="100000"/>
                          </a:srgbClr>
                        </a:buClr>
                        <a:buSzPct val="100000"/>
                        <a:buFont typeface="Trebuchet MS" panose="020B0603020202020204" pitchFamily="34" charset="0"/>
                        <a:buNone/>
                        <a:tabLst/>
                        <a:defRPr/>
                      </a:pPr>
                      <a:r>
                        <a:rPr lang="en-US" sz="900" b="0" kern="0" dirty="0">
                          <a:solidFill>
                            <a:schemeClr val="tx1"/>
                          </a:solidFill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Catering and seating built to a 48-hour reconfirmed headcount.</a:t>
                      </a:r>
                      <a:endParaRPr lang="en-US" sz="900" b="0" kern="0" dirty="0">
                        <a:solidFill>
                          <a:schemeClr val="tx1"/>
                        </a:solidFill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434" marR="91434" marT="45717" marB="45717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45720" algn="just" rtl="0" fontAlgn="ctr"/>
                      <a:r>
                        <a:rPr lang="en-US" sz="900" b="0" kern="0">
                          <a:solidFill>
                            <a:srgbClr val="737373"/>
                          </a:solidFill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Track / EMU</a:t>
                      </a:r>
                      <a:endParaRPr lang="en-US" sz="900" b="0" kern="0">
                        <a:solidFill>
                          <a:srgbClr val="737373"/>
                        </a:solidFill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434" marR="91434" marT="45717" marB="45717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9145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45720" algn="l" rtl="0" fontAlgn="ctr"/>
                      <a:endParaRPr lang="en-US" sz="900" b="0" kern="0">
                        <a:solidFill>
                          <a:srgbClr val="737373"/>
                        </a:solidFill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434" marR="91434" marT="45717" marB="45717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1" indent="-1588" algn="l" defTabSz="910453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5B74">
                            <a:lumMod val="100000"/>
                          </a:srgbClr>
                        </a:buClr>
                        <a:buSzPct val="100000"/>
                        <a:buFont typeface="Trebuchet MS" panose="020B0603020202020204" pitchFamily="34" charset="0"/>
                        <a:buNone/>
                        <a:tabLst/>
                        <a:defRPr/>
                      </a:pPr>
                      <a:r>
                        <a:rPr lang="en-US" sz="900" b="0" kern="0">
                          <a:solidFill>
                            <a:schemeClr val="tx1"/>
                          </a:solidFill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Building a stage for 400 inside a live exhibition space.</a:t>
                      </a:r>
                      <a:endParaRPr lang="en-US" sz="900" b="0" kern="0">
                        <a:solidFill>
                          <a:schemeClr val="tx1"/>
                        </a:solidFill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434" marR="91434" marT="45717" marB="45717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1" indent="-1588" algn="l" defTabSz="910453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5B74">
                            <a:lumMod val="100000"/>
                          </a:srgbClr>
                        </a:buClr>
                        <a:buSzPct val="100000"/>
                        <a:buFont typeface="Trebuchet MS" panose="020B0603020202020204" pitchFamily="34" charset="0"/>
                        <a:buNone/>
                        <a:tabLst/>
                        <a:defRPr/>
                      </a:pPr>
                      <a:endParaRPr lang="en-US" sz="900" b="0" kern="0">
                        <a:solidFill>
                          <a:srgbClr val="737373"/>
                        </a:solidFill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434" marR="91434" marT="45717" marB="45717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1" indent="-1588" algn="l" defTabSz="910453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5B74">
                            <a:lumMod val="100000"/>
                          </a:srgbClr>
                        </a:buClr>
                        <a:buSzPct val="100000"/>
                        <a:buFont typeface="Trebuchet MS" panose="020B0603020202020204" pitchFamily="34" charset="0"/>
                        <a:buNone/>
                        <a:tabLst/>
                        <a:defRPr/>
                      </a:pPr>
                      <a:r>
                        <a:rPr lang="en-US" sz="900" b="0" kern="0">
                          <a:solidFill>
                            <a:schemeClr val="tx1"/>
                          </a:solidFill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Site survey before signature; exclusive build access; standby power and network.</a:t>
                      </a:r>
                      <a:endParaRPr lang="en-US" sz="900" b="0" kern="0">
                        <a:solidFill>
                          <a:schemeClr val="tx1"/>
                        </a:solidFill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434" marR="91434" marT="45717" marB="45717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4572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b="0" kern="0" dirty="0">
                          <a:solidFill>
                            <a:srgbClr val="737373"/>
                          </a:solidFill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EMU / Production</a:t>
                      </a:r>
                      <a:endParaRPr lang="en-US" sz="900" b="0" kern="0" dirty="0">
                        <a:solidFill>
                          <a:srgbClr val="737373"/>
                        </a:solidFill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434" marR="91434" marT="45717" marB="45717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6412887"/>
                  </a:ext>
                </a:extLst>
              </a:tr>
            </a:tbl>
          </a:graphicData>
        </a:graphic>
      </p:graphicFrame>
      <p:sp>
        <p:nvSpPr>
          <p:cNvPr id="4" name="Google Shape;2350;p251">
            <a:extLst>
              <a:ext uri="{FF2B5EF4-FFF2-40B4-BE49-F238E27FC236}">
                <a16:creationId xmlns:a16="http://schemas.microsoft.com/office/drawing/2014/main" id="{327B22BF-02F9-A985-AA8E-31C16EE0D64C}"/>
              </a:ext>
            </a:extLst>
          </p:cNvPr>
          <p:cNvSpPr/>
          <p:nvPr/>
        </p:nvSpPr>
        <p:spPr>
          <a:xfrm>
            <a:off x="4936390" y="5280045"/>
            <a:ext cx="193411" cy="18933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Tx/>
              <a:buNone/>
              <a:tabLst/>
              <a:defRPr/>
            </a:pPr>
            <a:endParaRPr kumimoji="0" sz="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dec Pro"/>
              <a:ea typeface="+mn-ea"/>
              <a:cs typeface="+mn-cs"/>
              <a:sym typeface="Trebuchet MS"/>
            </a:endParaRPr>
          </a:p>
        </p:txBody>
      </p:sp>
      <p:sp>
        <p:nvSpPr>
          <p:cNvPr id="5" name="Google Shape;2350;p251">
            <a:extLst>
              <a:ext uri="{FF2B5EF4-FFF2-40B4-BE49-F238E27FC236}">
                <a16:creationId xmlns:a16="http://schemas.microsoft.com/office/drawing/2014/main" id="{B6ED9843-29FC-8C61-1E40-157F83E40E24}"/>
              </a:ext>
            </a:extLst>
          </p:cNvPr>
          <p:cNvSpPr/>
          <p:nvPr/>
        </p:nvSpPr>
        <p:spPr>
          <a:xfrm>
            <a:off x="4936390" y="5533060"/>
            <a:ext cx="193411" cy="189330"/>
          </a:xfrm>
          <a:prstGeom prst="ellipse">
            <a:avLst/>
          </a:prstGeom>
          <a:solidFill>
            <a:srgbClr val="FFB50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Tx/>
              <a:buNone/>
              <a:tabLst/>
              <a:defRPr/>
            </a:pPr>
            <a:endParaRPr kumimoji="0" sz="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dec Pro"/>
              <a:ea typeface="+mn-ea"/>
              <a:cs typeface="+mn-cs"/>
              <a:sym typeface="Trebuchet MS"/>
            </a:endParaRPr>
          </a:p>
        </p:txBody>
      </p:sp>
      <p:sp>
        <p:nvSpPr>
          <p:cNvPr id="6" name="Google Shape;2362;p251">
            <a:extLst>
              <a:ext uri="{FF2B5EF4-FFF2-40B4-BE49-F238E27FC236}">
                <a16:creationId xmlns:a16="http://schemas.microsoft.com/office/drawing/2014/main" id="{A27C09BD-D84F-93B2-98F3-E5423AB1F0F1}"/>
              </a:ext>
            </a:extLst>
          </p:cNvPr>
          <p:cNvSpPr/>
          <p:nvPr/>
        </p:nvSpPr>
        <p:spPr>
          <a:xfrm>
            <a:off x="458834" y="5271856"/>
            <a:ext cx="186991" cy="183046"/>
          </a:xfrm>
          <a:prstGeom prst="ellipse">
            <a:avLst/>
          </a:prstGeom>
          <a:noFill/>
          <a:ln w="38100" cap="flat" cmpd="sng">
            <a:solidFill>
              <a:srgbClr val="FFC000"/>
            </a:solidFill>
            <a:prstDash val="solid"/>
            <a:miter lim="4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000"/>
              </a:buClr>
              <a:buSzPts val="1600"/>
              <a:buFont typeface="Trebuchet MS"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odec Pro"/>
                <a:ea typeface="Trebuchet MS"/>
                <a:cs typeface="Trebuchet MS"/>
                <a:sym typeface="Trebuchet MS"/>
              </a:rPr>
              <a:t>R</a:t>
            </a:r>
            <a:endParaRPr kumimoji="0" sz="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dec Pro"/>
              <a:ea typeface="Arial"/>
              <a:cs typeface="Arial"/>
              <a:sym typeface="Arial"/>
            </a:endParaRPr>
          </a:p>
        </p:txBody>
      </p:sp>
      <p:sp>
        <p:nvSpPr>
          <p:cNvPr id="12" name="Google Shape;2348;p251">
            <a:extLst>
              <a:ext uri="{FF2B5EF4-FFF2-40B4-BE49-F238E27FC236}">
                <a16:creationId xmlns:a16="http://schemas.microsoft.com/office/drawing/2014/main" id="{0AD6933E-9B32-8DC9-97FE-DC8A1FBDEE94}"/>
              </a:ext>
            </a:extLst>
          </p:cNvPr>
          <p:cNvSpPr txBox="1"/>
          <p:nvPr/>
        </p:nvSpPr>
        <p:spPr>
          <a:xfrm>
            <a:off x="8203406" y="6457219"/>
            <a:ext cx="1056439" cy="1752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rebuchet MS"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Codec Pro"/>
                <a:ea typeface="Trebuchet MS"/>
                <a:cs typeface="Trebuchet MS"/>
                <a:sym typeface="Trebuchet MS"/>
              </a:rPr>
              <a:t>Severity:</a:t>
            </a:r>
            <a:endParaRPr kumimoji="0" sz="800" b="1" i="0" u="none" strike="noStrike" kern="1200" cap="none" spc="0" normalizeH="0" baseline="0" noProof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Codec Pro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13" name="Google Shape;2349;p251">
            <a:extLst>
              <a:ext uri="{FF2B5EF4-FFF2-40B4-BE49-F238E27FC236}">
                <a16:creationId xmlns:a16="http://schemas.microsoft.com/office/drawing/2014/main" id="{19714C98-361E-7114-1E87-AFA72E235973}"/>
              </a:ext>
            </a:extLst>
          </p:cNvPr>
          <p:cNvGrpSpPr/>
          <p:nvPr/>
        </p:nvGrpSpPr>
        <p:grpSpPr>
          <a:xfrm>
            <a:off x="9073408" y="6456693"/>
            <a:ext cx="2309601" cy="189330"/>
            <a:chOff x="13149709" y="10533274"/>
            <a:chExt cx="4367700" cy="365760"/>
          </a:xfrm>
        </p:grpSpPr>
        <p:sp>
          <p:nvSpPr>
            <p:cNvPr id="14" name="Google Shape;2350;p251">
              <a:extLst>
                <a:ext uri="{FF2B5EF4-FFF2-40B4-BE49-F238E27FC236}">
                  <a16:creationId xmlns:a16="http://schemas.microsoft.com/office/drawing/2014/main" id="{2796552D-5C84-642C-BFAA-BFD0939BC3C2}"/>
                </a:ext>
              </a:extLst>
            </p:cNvPr>
            <p:cNvSpPr/>
            <p:nvPr/>
          </p:nvSpPr>
          <p:spPr>
            <a:xfrm>
              <a:off x="13149709" y="10533274"/>
              <a:ext cx="365760" cy="365760"/>
            </a:xfrm>
            <a:prstGeom prst="ellipse">
              <a:avLst/>
            </a:prstGeom>
            <a:solidFill>
              <a:srgbClr val="488B48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3200"/>
                <a:buFont typeface="Helvetica Neue"/>
                <a:buNone/>
                <a:tabLst/>
                <a:defRPr/>
              </a:pPr>
              <a:endParaRPr kumimoji="0" sz="8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Codec Pro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15" name="Google Shape;2351;p251">
              <a:extLst>
                <a:ext uri="{FF2B5EF4-FFF2-40B4-BE49-F238E27FC236}">
                  <a16:creationId xmlns:a16="http://schemas.microsoft.com/office/drawing/2014/main" id="{1A74B335-4197-173F-14E8-5B86FD2300DF}"/>
                </a:ext>
              </a:extLst>
            </p:cNvPr>
            <p:cNvSpPr txBox="1"/>
            <p:nvPr/>
          </p:nvSpPr>
          <p:spPr>
            <a:xfrm>
              <a:off x="13602691" y="10541748"/>
              <a:ext cx="790431" cy="34881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E5E5E"/>
                </a:buClr>
                <a:buSzPts val="1600"/>
                <a:buFont typeface="Trebuchet MS"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Codec Pro"/>
                  <a:ea typeface="Trebuchet MS"/>
                  <a:cs typeface="Trebuchet MS"/>
                  <a:sym typeface="Trebuchet MS"/>
                </a:rPr>
                <a:t>Low</a:t>
              </a:r>
              <a:endParaRPr kumimoji="0" sz="8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Codec Pro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2352;p251">
              <a:extLst>
                <a:ext uri="{FF2B5EF4-FFF2-40B4-BE49-F238E27FC236}">
                  <a16:creationId xmlns:a16="http://schemas.microsoft.com/office/drawing/2014/main" id="{B6FD4EA1-FD4F-736E-F9D6-1A3396D96E59}"/>
                </a:ext>
              </a:extLst>
            </p:cNvPr>
            <p:cNvSpPr/>
            <p:nvPr/>
          </p:nvSpPr>
          <p:spPr>
            <a:xfrm>
              <a:off x="14480341" y="10533274"/>
              <a:ext cx="365760" cy="365760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3200"/>
                <a:buFont typeface="Helvetica Neue"/>
                <a:buNone/>
                <a:tabLst/>
                <a:defRPr/>
              </a:pPr>
              <a:endParaRPr kumimoji="0" sz="8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Codec Pro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17" name="Google Shape;2353;p251">
              <a:extLst>
                <a:ext uri="{FF2B5EF4-FFF2-40B4-BE49-F238E27FC236}">
                  <a16:creationId xmlns:a16="http://schemas.microsoft.com/office/drawing/2014/main" id="{CBDC06E6-DFE8-E0AC-6400-F78A05090450}"/>
                </a:ext>
              </a:extLst>
            </p:cNvPr>
            <p:cNvSpPr txBox="1"/>
            <p:nvPr/>
          </p:nvSpPr>
          <p:spPr>
            <a:xfrm>
              <a:off x="14933320" y="10541748"/>
              <a:ext cx="1004372" cy="34881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E5E5E"/>
                </a:buClr>
                <a:buSzPts val="1600"/>
                <a:buFont typeface="Trebuchet MS"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Codec Pro"/>
                  <a:ea typeface="Trebuchet MS"/>
                  <a:cs typeface="Trebuchet MS"/>
                  <a:sym typeface="Trebuchet MS"/>
                </a:rPr>
                <a:t>Medium</a:t>
              </a:r>
              <a:endParaRPr kumimoji="0" sz="8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Codec Pro"/>
                <a:ea typeface="Arial"/>
                <a:cs typeface="Arial"/>
                <a:sym typeface="Arial"/>
              </a:endParaRPr>
            </a:p>
          </p:txBody>
        </p:sp>
        <p:sp>
          <p:nvSpPr>
            <p:cNvPr id="18" name="Google Shape;2354;p251">
              <a:extLst>
                <a:ext uri="{FF2B5EF4-FFF2-40B4-BE49-F238E27FC236}">
                  <a16:creationId xmlns:a16="http://schemas.microsoft.com/office/drawing/2014/main" id="{66426795-5760-F23B-4406-C2C9BA8C7983}"/>
                </a:ext>
              </a:extLst>
            </p:cNvPr>
            <p:cNvSpPr/>
            <p:nvPr/>
          </p:nvSpPr>
          <p:spPr>
            <a:xfrm>
              <a:off x="16049870" y="10533274"/>
              <a:ext cx="365760" cy="365760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3200"/>
                <a:buFont typeface="Helvetica Neue"/>
                <a:buNone/>
                <a:tabLst/>
                <a:defRPr/>
              </a:pPr>
              <a:endParaRPr kumimoji="0" sz="8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Codec Pro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19" name="Google Shape;2355;p251">
              <a:extLst>
                <a:ext uri="{FF2B5EF4-FFF2-40B4-BE49-F238E27FC236}">
                  <a16:creationId xmlns:a16="http://schemas.microsoft.com/office/drawing/2014/main" id="{061117D2-86B3-49BB-6F87-118D2F302733}"/>
                </a:ext>
              </a:extLst>
            </p:cNvPr>
            <p:cNvSpPr txBox="1"/>
            <p:nvPr/>
          </p:nvSpPr>
          <p:spPr>
            <a:xfrm>
              <a:off x="16513038" y="10541748"/>
              <a:ext cx="1004372" cy="34881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E5E5E"/>
                </a:buClr>
                <a:buSzPts val="1600"/>
                <a:buFont typeface="Trebuchet MS"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Codec Pro"/>
                  <a:ea typeface="Trebuchet MS"/>
                  <a:cs typeface="Trebuchet MS"/>
                  <a:sym typeface="Trebuchet MS"/>
                </a:rPr>
                <a:t>High</a:t>
              </a:r>
              <a:endParaRPr kumimoji="0" sz="8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Codec Pro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20" name="Google Shape;2356;p251">
            <a:extLst>
              <a:ext uri="{FF2B5EF4-FFF2-40B4-BE49-F238E27FC236}">
                <a16:creationId xmlns:a16="http://schemas.microsoft.com/office/drawing/2014/main" id="{52876357-3E79-01F8-990F-23A28784AEB9}"/>
              </a:ext>
            </a:extLst>
          </p:cNvPr>
          <p:cNvCxnSpPr/>
          <p:nvPr/>
        </p:nvCxnSpPr>
        <p:spPr>
          <a:xfrm>
            <a:off x="8416766" y="6479027"/>
            <a:ext cx="0" cy="189330"/>
          </a:xfrm>
          <a:prstGeom prst="straightConnector1">
            <a:avLst/>
          </a:prstGeom>
          <a:noFill/>
          <a:ln w="25400" cap="flat" cmpd="sng">
            <a:solidFill>
              <a:schemeClr val="bg1">
                <a:lumMod val="95000"/>
              </a:schemeClr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21" name="Google Shape;2357;p251">
            <a:extLst>
              <a:ext uri="{FF2B5EF4-FFF2-40B4-BE49-F238E27FC236}">
                <a16:creationId xmlns:a16="http://schemas.microsoft.com/office/drawing/2014/main" id="{84618DD9-2059-D721-2BDC-BA9BFE27A6C1}"/>
              </a:ext>
            </a:extLst>
          </p:cNvPr>
          <p:cNvSpPr txBox="1"/>
          <p:nvPr/>
        </p:nvSpPr>
        <p:spPr>
          <a:xfrm>
            <a:off x="7278343" y="6465465"/>
            <a:ext cx="417973" cy="180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600"/>
              <a:buFont typeface="Trebuchet MS"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Codec Pro"/>
                <a:ea typeface="Trebuchet MS"/>
                <a:cs typeface="Trebuchet MS"/>
                <a:sym typeface="Trebuchet MS"/>
              </a:rPr>
              <a:t>Risk</a:t>
            </a:r>
            <a:endParaRPr kumimoji="0" sz="800" b="0" i="0" u="none" strike="noStrike" kern="1200" cap="none" spc="0" normalizeH="0" baseline="0" noProof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Codec Pro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358;p251">
            <a:extLst>
              <a:ext uri="{FF2B5EF4-FFF2-40B4-BE49-F238E27FC236}">
                <a16:creationId xmlns:a16="http://schemas.microsoft.com/office/drawing/2014/main" id="{D57A5795-EB19-E082-79B8-A229C2CA482B}"/>
              </a:ext>
            </a:extLst>
          </p:cNvPr>
          <p:cNvSpPr txBox="1"/>
          <p:nvPr/>
        </p:nvSpPr>
        <p:spPr>
          <a:xfrm>
            <a:off x="7952261" y="6461079"/>
            <a:ext cx="531103" cy="180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600"/>
              <a:buFont typeface="Trebuchet MS"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Codec Pro"/>
                <a:ea typeface="Trebuchet MS"/>
                <a:cs typeface="Trebuchet MS"/>
                <a:sym typeface="Trebuchet MS"/>
              </a:rPr>
              <a:t>Issue</a:t>
            </a:r>
            <a:endParaRPr kumimoji="0" sz="800" b="0" i="0" u="none" strike="noStrike" kern="1200" cap="none" spc="0" normalizeH="0" baseline="0" noProof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Codec Pro"/>
              <a:ea typeface="Arial"/>
              <a:cs typeface="Arial"/>
              <a:sym typeface="Arial"/>
            </a:endParaRPr>
          </a:p>
        </p:txBody>
      </p:sp>
      <p:pic>
        <p:nvPicPr>
          <p:cNvPr id="23" name="Google Shape;2360;p251" descr="نتيجة بحث الصور عن ‪issue icon png‬‏">
            <a:extLst>
              <a:ext uri="{FF2B5EF4-FFF2-40B4-BE49-F238E27FC236}">
                <a16:creationId xmlns:a16="http://schemas.microsoft.com/office/drawing/2014/main" id="{24387760-F948-A28C-266C-1E8ABAB6BB1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22069" y="6436671"/>
            <a:ext cx="241763" cy="23666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362;p251">
            <a:extLst>
              <a:ext uri="{FF2B5EF4-FFF2-40B4-BE49-F238E27FC236}">
                <a16:creationId xmlns:a16="http://schemas.microsoft.com/office/drawing/2014/main" id="{F3960244-9349-1281-5182-52CC8CB336AF}"/>
              </a:ext>
            </a:extLst>
          </p:cNvPr>
          <p:cNvSpPr/>
          <p:nvPr/>
        </p:nvSpPr>
        <p:spPr>
          <a:xfrm>
            <a:off x="7032858" y="6469562"/>
            <a:ext cx="186991" cy="183046"/>
          </a:xfrm>
          <a:prstGeom prst="ellipse">
            <a:avLst/>
          </a:prstGeom>
          <a:noFill/>
          <a:ln w="38100" cap="flat" cmpd="sng">
            <a:solidFill>
              <a:srgbClr val="FFC000"/>
            </a:solidFill>
            <a:prstDash val="solid"/>
            <a:miter lim="4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000"/>
              </a:buClr>
              <a:buSzPts val="1600"/>
              <a:buFont typeface="Trebuchet MS"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Codec Pro"/>
                <a:ea typeface="Trebuchet MS"/>
                <a:cs typeface="Trebuchet MS"/>
                <a:sym typeface="Trebuchet MS"/>
              </a:rPr>
              <a:t>R</a:t>
            </a:r>
            <a:endParaRPr kumimoji="0" sz="800" b="0" i="0" u="none" strike="noStrike" kern="1200" cap="none" spc="0" normalizeH="0" baseline="0" noProof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Codec Pro"/>
              <a:ea typeface="Arial"/>
              <a:cs typeface="Arial"/>
              <a:sym typeface="Arial"/>
            </a:endParaRPr>
          </a:p>
        </p:txBody>
      </p:sp>
      <p:graphicFrame>
        <p:nvGraphicFramePr>
          <p:cNvPr id="28" name="Table 12">
            <a:extLst>
              <a:ext uri="{FF2B5EF4-FFF2-40B4-BE49-F238E27FC236}">
                <a16:creationId xmlns:a16="http://schemas.microsoft.com/office/drawing/2014/main" id="{85448902-690F-F965-144F-16A1E7522E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2913481"/>
              </p:ext>
            </p:extLst>
          </p:nvPr>
        </p:nvGraphicFramePr>
        <p:xfrm>
          <a:off x="6158495" y="3239872"/>
          <a:ext cx="4086270" cy="13926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0867">
                  <a:extLst>
                    <a:ext uri="{9D8B030D-6E8A-4147-A177-3AD203B41FA5}">
                      <a16:colId xmlns:a16="http://schemas.microsoft.com/office/drawing/2014/main" val="1392006348"/>
                    </a:ext>
                  </a:extLst>
                </a:gridCol>
                <a:gridCol w="503641">
                  <a:extLst>
                    <a:ext uri="{9D8B030D-6E8A-4147-A177-3AD203B41FA5}">
                      <a16:colId xmlns:a16="http://schemas.microsoft.com/office/drawing/2014/main" val="3767880861"/>
                    </a:ext>
                  </a:extLst>
                </a:gridCol>
                <a:gridCol w="817254">
                  <a:extLst>
                    <a:ext uri="{9D8B030D-6E8A-4147-A177-3AD203B41FA5}">
                      <a16:colId xmlns:a16="http://schemas.microsoft.com/office/drawing/2014/main" val="2182034839"/>
                    </a:ext>
                  </a:extLst>
                </a:gridCol>
                <a:gridCol w="1090334">
                  <a:extLst>
                    <a:ext uri="{9D8B030D-6E8A-4147-A177-3AD203B41FA5}">
                      <a16:colId xmlns:a16="http://schemas.microsoft.com/office/drawing/2014/main" val="1346032612"/>
                    </a:ext>
                  </a:extLst>
                </a:gridCol>
                <a:gridCol w="544174">
                  <a:extLst>
                    <a:ext uri="{9D8B030D-6E8A-4147-A177-3AD203B41FA5}">
                      <a16:colId xmlns:a16="http://schemas.microsoft.com/office/drawing/2014/main" val="2116001771"/>
                    </a:ext>
                  </a:extLst>
                </a:gridCol>
              </a:tblGrid>
              <a:tr h="254386"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Level of Attendees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100" b="0" i="0" u="none" strike="noStrike" kern="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12351"/>
                  </a:ext>
                </a:extLst>
              </a:tr>
              <a:tr h="493809">
                <a:tc>
                  <a:txBody>
                    <a:bodyPr/>
                    <a:lstStyle/>
                    <a:p>
                      <a:pPr marL="72000" lvl="1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Trebuchet MS" panose="020B0603020202020204" pitchFamily="34" charset="0"/>
                        <a:buNone/>
                      </a:pPr>
                      <a:r>
                        <a:rPr lang="en-US" sz="900" b="0" i="0" u="none" strike="noStrike" kern="1200" spc="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Royal Highness, Highnesses and Excellencies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B78F"/>
                    </a:solidFill>
                  </a:tcPr>
                </a:tc>
                <a:tc>
                  <a:txBody>
                    <a:bodyPr/>
                    <a:lstStyle/>
                    <a:p>
                      <a:pPr marL="72000" lvl="1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Trebuchet MS" panose="020B0603020202020204" pitchFamily="34" charset="0"/>
                        <a:buNone/>
                      </a:pPr>
                      <a:r>
                        <a:rPr lang="en-US" sz="900" b="0" i="0" u="none" strike="noStrike" kern="1200" spc="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Key CEOs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B78F"/>
                    </a:solidFill>
                  </a:tcPr>
                </a:tc>
                <a:tc>
                  <a:txBody>
                    <a:bodyPr/>
                    <a:lstStyle/>
                    <a:p>
                      <a:pPr marL="72000" lvl="1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Trebuchet MS" panose="020B0603020202020204" pitchFamily="34" charset="0"/>
                        <a:buNone/>
                      </a:pPr>
                      <a:r>
                        <a:rPr lang="en-US" sz="900" b="0" i="0" u="none" strike="noStrike" kern="1200" spc="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Partners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B78F"/>
                    </a:solidFill>
                  </a:tcPr>
                </a:tc>
                <a:tc>
                  <a:txBody>
                    <a:bodyPr/>
                    <a:lstStyle/>
                    <a:p>
                      <a:pPr marL="72000" lvl="1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Trebuchet MS" panose="020B0603020202020204" pitchFamily="34" charset="0"/>
                        <a:buNone/>
                      </a:pPr>
                      <a:r>
                        <a:rPr lang="en-US" sz="900" b="0" i="0" u="none" strike="noStrike" kern="1200" spc="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Beneficiaries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B78F"/>
                    </a:solidFill>
                  </a:tcPr>
                </a:tc>
                <a:tc>
                  <a:txBody>
                    <a:bodyPr/>
                    <a:lstStyle/>
                    <a:p>
                      <a:pPr marL="72000" lvl="1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Trebuchet MS" panose="020B0603020202020204" pitchFamily="34" charset="0"/>
                        <a:buNone/>
                      </a:pPr>
                      <a:r>
                        <a:rPr lang="en-US" sz="900" b="0" i="0" u="none" strike="noStrike" kern="1200" spc="0" dirty="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Public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B78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1487069"/>
                  </a:ext>
                </a:extLst>
              </a:tr>
              <a:tr h="630628">
                <a:tc>
                  <a:txBody>
                    <a:bodyPr/>
                    <a:lstStyle/>
                    <a:p>
                      <a:pPr marL="0" lvl="1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Trebuchet MS" panose="020B0603020202020204" pitchFamily="34" charset="0"/>
                        <a:buNone/>
                      </a:pPr>
                      <a:endParaRPr lang="en-US" sz="800" b="0" i="0" u="none" strike="noStrike" kern="1200" spc="0">
                        <a:solidFill>
                          <a:srgbClr val="585858"/>
                        </a:solidFill>
                        <a:effectLst/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216000" lvl="1" indent="-14400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Trebuchet MS" panose="020B0603020202020204" pitchFamily="34" charset="0"/>
                        <a:buChar char="•"/>
                      </a:pPr>
                      <a:endParaRPr lang="en-US" sz="800" b="0" i="0" u="none" strike="noStrike" kern="1200" spc="0">
                        <a:solidFill>
                          <a:srgbClr val="585858"/>
                        </a:solidFill>
                        <a:effectLst/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lvl="1" indent="-155575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Trebuchet MS" panose="020B0603020202020204" pitchFamily="34" charset="0"/>
                        <a:buChar char="•"/>
                      </a:pPr>
                      <a:endParaRPr lang="en-US" sz="800" b="0" i="0" u="none" strike="noStrike" kern="1200" spc="0">
                        <a:solidFill>
                          <a:srgbClr val="585858"/>
                        </a:solidFill>
                        <a:effectLst/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216000" lvl="1" indent="-14400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Trebuchet MS" panose="020B0603020202020204" pitchFamily="34" charset="0"/>
                        <a:buChar char="•"/>
                      </a:pPr>
                      <a:endParaRPr lang="en-US" sz="800" b="0" i="0" u="none" strike="noStrike" kern="1200" spc="0" dirty="0">
                        <a:solidFill>
                          <a:srgbClr val="585858"/>
                        </a:solidFill>
                        <a:effectLst/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216000" lvl="1" indent="-14400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Trebuchet MS" panose="020B0603020202020204" pitchFamily="34" charset="0"/>
                        <a:buChar char="•"/>
                      </a:pPr>
                      <a:endParaRPr lang="en-US" sz="800" b="0" i="0" u="none" strike="noStrike" kern="1200" spc="0" dirty="0">
                        <a:solidFill>
                          <a:srgbClr val="585858"/>
                        </a:solidFill>
                        <a:effectLst/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4301157"/>
                  </a:ext>
                </a:extLst>
              </a:tr>
            </a:tbl>
          </a:graphicData>
        </a:graphic>
      </p:graphicFrame>
      <p:pic>
        <p:nvPicPr>
          <p:cNvPr id="31" name="Picture 30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3F7479C4-B51C-4D45-0E69-3B54B94A8E1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4470" y="4196048"/>
            <a:ext cx="274320" cy="274320"/>
          </a:xfrm>
          <a:prstGeom prst="rect">
            <a:avLst/>
          </a:prstGeom>
        </p:spPr>
      </p:pic>
      <p:pic>
        <p:nvPicPr>
          <p:cNvPr id="32" name="Picture 31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3F0EB1DC-D32A-7879-84ED-34A211AC028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64434" y="4196048"/>
            <a:ext cx="274320" cy="274320"/>
          </a:xfrm>
          <a:prstGeom prst="rect">
            <a:avLst/>
          </a:prstGeom>
        </p:spPr>
      </p:pic>
      <p:pic>
        <p:nvPicPr>
          <p:cNvPr id="34" name="Picture 33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4EE8DCFE-5091-AE8C-517C-0F9D9A890FE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6454" y="4196048"/>
            <a:ext cx="274320" cy="274320"/>
          </a:xfrm>
          <a:prstGeom prst="rect">
            <a:avLst/>
          </a:prstGeom>
        </p:spPr>
      </p:pic>
      <p:graphicFrame>
        <p:nvGraphicFramePr>
          <p:cNvPr id="8" name="Table 12">
            <a:extLst>
              <a:ext uri="{FF2B5EF4-FFF2-40B4-BE49-F238E27FC236}">
                <a16:creationId xmlns:a16="http://schemas.microsoft.com/office/drawing/2014/main" id="{EBBA1A39-A3B0-16A3-5E4F-1F54FB906E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0191573"/>
              </p:ext>
            </p:extLst>
          </p:nvPr>
        </p:nvGraphicFramePr>
        <p:xfrm>
          <a:off x="10282117" y="3248268"/>
          <a:ext cx="1505415" cy="13736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9953">
                  <a:extLst>
                    <a:ext uri="{9D8B030D-6E8A-4147-A177-3AD203B41FA5}">
                      <a16:colId xmlns:a16="http://schemas.microsoft.com/office/drawing/2014/main" val="1392006348"/>
                    </a:ext>
                  </a:extLst>
                </a:gridCol>
                <a:gridCol w="695462">
                  <a:extLst>
                    <a:ext uri="{9D8B030D-6E8A-4147-A177-3AD203B41FA5}">
                      <a16:colId xmlns:a16="http://schemas.microsoft.com/office/drawing/2014/main" val="3767880861"/>
                    </a:ext>
                  </a:extLst>
                </a:gridCol>
              </a:tblGrid>
              <a:tr h="255897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CEO / DCEO Required?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312351"/>
                  </a:ext>
                </a:extLst>
              </a:tr>
              <a:tr h="480157">
                <a:tc>
                  <a:txBody>
                    <a:bodyPr/>
                    <a:lstStyle/>
                    <a:p>
                      <a:pPr marL="72000" lvl="1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Trebuchet MS" panose="020B0603020202020204" pitchFamily="34" charset="0"/>
                        <a:buNone/>
                      </a:pPr>
                      <a:r>
                        <a:rPr lang="en-US" sz="900" b="0" i="0" u="none" strike="noStrike" kern="1200" spc="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CEO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B78F"/>
                    </a:solidFill>
                  </a:tcPr>
                </a:tc>
                <a:tc>
                  <a:txBody>
                    <a:bodyPr/>
                    <a:lstStyle/>
                    <a:p>
                      <a:pPr marL="72000" lvl="1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Trebuchet MS" panose="020B0603020202020204" pitchFamily="34" charset="0"/>
                        <a:buNone/>
                      </a:pPr>
                      <a:r>
                        <a:rPr lang="en-US" sz="900" b="0" i="0" u="none" strike="noStrike" kern="1200" spc="0" dirty="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DCEO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B78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1487069"/>
                  </a:ext>
                </a:extLst>
              </a:tr>
              <a:tr h="634373">
                <a:tc>
                  <a:txBody>
                    <a:bodyPr/>
                    <a:lstStyle/>
                    <a:p>
                      <a:pPr marL="0" lvl="1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Trebuchet MS" panose="020B0603020202020204" pitchFamily="34" charset="0"/>
                        <a:buNone/>
                      </a:pPr>
                      <a:endParaRPr lang="en-US" sz="800" b="0" i="0" u="none" strike="noStrike" kern="1200" spc="0">
                        <a:solidFill>
                          <a:srgbClr val="585858"/>
                        </a:solidFill>
                        <a:effectLst/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216000" lvl="1" indent="-14400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Trebuchet MS" panose="020B0603020202020204" pitchFamily="34" charset="0"/>
                        <a:buChar char="•"/>
                      </a:pPr>
                      <a:endParaRPr lang="en-US" sz="800" b="0" i="0" u="none" strike="noStrike" kern="1200" spc="0" dirty="0">
                        <a:solidFill>
                          <a:srgbClr val="585858"/>
                        </a:solidFill>
                        <a:effectLst/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4301157"/>
                  </a:ext>
                </a:extLst>
              </a:tr>
            </a:tbl>
          </a:graphicData>
        </a:graphic>
      </p:graphicFrame>
      <p:pic>
        <p:nvPicPr>
          <p:cNvPr id="9" name="Picture 8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A1EE27A3-AFB2-75DF-A7BA-BDAA7DA9E4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98492" y="4196048"/>
            <a:ext cx="274320" cy="274320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08D694EF-5534-2EA0-AD1D-734F8DDE4DB8}"/>
              </a:ext>
            </a:extLst>
          </p:cNvPr>
          <p:cNvSpPr/>
          <p:nvPr/>
        </p:nvSpPr>
        <p:spPr>
          <a:xfrm>
            <a:off x="8181474" y="105878"/>
            <a:ext cx="375385" cy="169794"/>
          </a:xfrm>
          <a:prstGeom prst="rect">
            <a:avLst/>
          </a:prstGeom>
          <a:solidFill>
            <a:srgbClr val="34B78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74E248F-BCCD-45FC-8536-685821114D1D}"/>
              </a:ext>
            </a:extLst>
          </p:cNvPr>
          <p:cNvSpPr/>
          <p:nvPr/>
        </p:nvSpPr>
        <p:spPr>
          <a:xfrm>
            <a:off x="8181474" y="346499"/>
            <a:ext cx="375385" cy="169794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37" name="TextBox 8">
            <a:extLst>
              <a:ext uri="{FF2B5EF4-FFF2-40B4-BE49-F238E27FC236}">
                <a16:creationId xmlns:a16="http://schemas.microsoft.com/office/drawing/2014/main" id="{8E52DE5B-4978-5AAD-6803-E8A2CDE821C6}"/>
              </a:ext>
            </a:extLst>
          </p:cNvPr>
          <p:cNvSpPr txBox="1"/>
          <p:nvPr/>
        </p:nvSpPr>
        <p:spPr>
          <a:xfrm>
            <a:off x="8556859" y="66387"/>
            <a:ext cx="105509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50"/>
              <a:t>Filled by track</a:t>
            </a:r>
          </a:p>
        </p:txBody>
      </p:sp>
      <p:sp>
        <p:nvSpPr>
          <p:cNvPr id="39" name="TextBox 9">
            <a:extLst>
              <a:ext uri="{FF2B5EF4-FFF2-40B4-BE49-F238E27FC236}">
                <a16:creationId xmlns:a16="http://schemas.microsoft.com/office/drawing/2014/main" id="{B2672EF5-6793-D2D8-B23A-AD9E88688924}"/>
              </a:ext>
            </a:extLst>
          </p:cNvPr>
          <p:cNvSpPr txBox="1"/>
          <p:nvPr/>
        </p:nvSpPr>
        <p:spPr>
          <a:xfrm>
            <a:off x="8556859" y="304438"/>
            <a:ext cx="227979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50"/>
              <a:t>Collaborative, initially filled by track</a:t>
            </a:r>
          </a:p>
        </p:txBody>
      </p:sp>
      <p:sp>
        <p:nvSpPr>
          <p:cNvPr id="41" name="TextBox 10">
            <a:extLst>
              <a:ext uri="{FF2B5EF4-FFF2-40B4-BE49-F238E27FC236}">
                <a16:creationId xmlns:a16="http://schemas.microsoft.com/office/drawing/2014/main" id="{D2167636-85D6-477A-602C-8E250512B02A}"/>
              </a:ext>
            </a:extLst>
          </p:cNvPr>
          <p:cNvSpPr txBox="1"/>
          <p:nvPr/>
        </p:nvSpPr>
        <p:spPr>
          <a:xfrm>
            <a:off x="8556859" y="544309"/>
            <a:ext cx="112242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50"/>
              <a:t>Filled by events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13297C5-7718-5591-A473-21B6A5E27ABE}"/>
              </a:ext>
            </a:extLst>
          </p:cNvPr>
          <p:cNvSpPr/>
          <p:nvPr/>
        </p:nvSpPr>
        <p:spPr>
          <a:xfrm>
            <a:off x="8181474" y="587120"/>
            <a:ext cx="375385" cy="16979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aphicFrame>
        <p:nvGraphicFramePr>
          <p:cNvPr id="38" name="Table 37">
            <a:extLst>
              <a:ext uri="{FF2B5EF4-FFF2-40B4-BE49-F238E27FC236}">
                <a16:creationId xmlns:a16="http://schemas.microsoft.com/office/drawing/2014/main" id="{164F1AE6-1D08-3C78-A650-3A730353ACF7}"/>
              </a:ext>
            </a:extLst>
          </p:cNvPr>
          <p:cNvGraphicFramePr>
            <a:graphicFrameLocks noGrp="1"/>
          </p:cNvGraphicFramePr>
          <p:nvPr/>
        </p:nvGraphicFramePr>
        <p:xfrm>
          <a:off x="371410" y="5785617"/>
          <a:ext cx="11449179" cy="548640"/>
        </p:xfrm>
        <a:graphic>
          <a:graphicData uri="http://schemas.openxmlformats.org/drawingml/2006/table">
            <a:tbl>
              <a:tblPr/>
              <a:tblGrid>
                <a:gridCol w="11449179">
                  <a:extLst>
                    <a:ext uri="{9D8B030D-6E8A-4147-A177-3AD203B41FA5}">
                      <a16:colId xmlns:a16="http://schemas.microsoft.com/office/drawing/2014/main" val="141208587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4572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0A1C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sz="1050" b="1" i="0" u="sng" strike="noStrike" kern="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Arial"/>
                        </a:rPr>
                        <a:t>Events Comments</a:t>
                      </a:r>
                    </a:p>
                  </a:txBody>
                  <a:tcPr marL="91434" marR="91434" marT="45717" marB="45717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77091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217170" indent="-171450" algn="l" rtl="0" fontAlgn="ctr">
                        <a:buFont typeface="Arial" panose="020B0604020202020204" pitchFamily="34" charset="0"/>
                        <a:buChar char="•"/>
                      </a:pPr>
                      <a:r>
                        <a:rPr lang="en-US" sz="900" b="0" kern="0">
                          <a:solidFill>
                            <a:schemeClr val="tx1"/>
                          </a:solidFill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N/A</a:t>
                      </a:r>
                    </a:p>
                  </a:txBody>
                  <a:tcPr marL="91434" marR="91434" marT="45717" marB="45717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4888306"/>
                  </a:ext>
                </a:extLst>
              </a:tr>
            </a:tbl>
          </a:graphicData>
        </a:graphic>
      </p:graphicFrame>
      <p:sp>
        <p:nvSpPr>
          <p:cNvPr id="300" name="Risk icon row 2">
            <a:extLst>
              <a:ext uri="{FF2B5EF4-FFF2-40B4-BE49-F238E27FC236}">
                <a16:creationId xmlns:a16="http://schemas.microsoft.com/office/drawing/2014/main" id="{A27C09BD-D84F-93B2-98F3-E5423AB1F0F1}"/>
              </a:ext>
            </a:extLst>
          </p:cNvPr>
          <p:cNvSpPr/>
          <p:nvPr/>
        </p:nvSpPr>
        <p:spPr>
          <a:xfrm>
            <a:off x="458834" y="5524871"/>
            <a:ext cx="186991" cy="183046"/>
          </a:xfrm>
          <a:prstGeom prst="ellipse">
            <a:avLst/>
          </a:prstGeom>
          <a:noFill/>
          <a:ln w="38100" cap="flat" cmpd="sng">
            <a:solidFill>
              <a:srgbClr val="FFC000"/>
            </a:solidFill>
            <a:prstDash val="solid"/>
            <a:miter lim="4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000"/>
              </a:buClr>
              <a:buSzPts val="1600"/>
              <a:buFont typeface="Trebuchet MS"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odec Pro"/>
                <a:ea typeface="Trebuchet MS"/>
                <a:cs typeface="Trebuchet MS"/>
                <a:sym typeface="Trebuchet MS"/>
              </a:rPr>
              <a:t>R</a:t>
            </a:r>
            <a:endParaRPr kumimoji="0" sz="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dec Pro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930331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1_Office Theme">
  <a:themeElements>
    <a:clrScheme name="Misk_Theme_02">
      <a:dk1>
        <a:srgbClr val="333333"/>
      </a:dk1>
      <a:lt1>
        <a:srgbClr val="FFFFFF"/>
      </a:lt1>
      <a:dk2>
        <a:srgbClr val="333333"/>
      </a:dk2>
      <a:lt2>
        <a:srgbClr val="E7E6E6"/>
      </a:lt2>
      <a:accent1>
        <a:srgbClr val="00372A"/>
      </a:accent1>
      <a:accent2>
        <a:srgbClr val="34B78F"/>
      </a:accent2>
      <a:accent3>
        <a:srgbClr val="FFB500"/>
      </a:accent3>
      <a:accent4>
        <a:srgbClr val="0033A0"/>
      </a:accent4>
      <a:accent5>
        <a:srgbClr val="DC4405"/>
      </a:accent5>
      <a:accent6>
        <a:srgbClr val="C3D600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isk_PPT_Template_03" id="{8C108D2A-BE3D-6E45-A1C1-051974DE2EA9}" vid="{12BBA5DB-FCBE-534F-97E2-165AE3BFA6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Misk_Theme_02">
    <a:dk1>
      <a:srgbClr val="333333"/>
    </a:dk1>
    <a:lt1>
      <a:srgbClr val="FFFFFF"/>
    </a:lt1>
    <a:dk2>
      <a:srgbClr val="333333"/>
    </a:dk2>
    <a:lt2>
      <a:srgbClr val="E7E6E6"/>
    </a:lt2>
    <a:accent1>
      <a:srgbClr val="00372A"/>
    </a:accent1>
    <a:accent2>
      <a:srgbClr val="34B78F"/>
    </a:accent2>
    <a:accent3>
      <a:srgbClr val="FFB500"/>
    </a:accent3>
    <a:accent4>
      <a:srgbClr val="0033A0"/>
    </a:accent4>
    <a:accent5>
      <a:srgbClr val="DC4405"/>
    </a:accent5>
    <a:accent6>
      <a:srgbClr val="C3D600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Misk_Theme_02">
    <a:dk1>
      <a:srgbClr val="333333"/>
    </a:dk1>
    <a:lt1>
      <a:srgbClr val="FFFFFF"/>
    </a:lt1>
    <a:dk2>
      <a:srgbClr val="333333"/>
    </a:dk2>
    <a:lt2>
      <a:srgbClr val="E7E6E6"/>
    </a:lt2>
    <a:accent1>
      <a:srgbClr val="00372A"/>
    </a:accent1>
    <a:accent2>
      <a:srgbClr val="34B78F"/>
    </a:accent2>
    <a:accent3>
      <a:srgbClr val="FFB500"/>
    </a:accent3>
    <a:accent4>
      <a:srgbClr val="0033A0"/>
    </a:accent4>
    <a:accent5>
      <a:srgbClr val="DC4405"/>
    </a:accent5>
    <a:accent6>
      <a:srgbClr val="C3D600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453</Words>
  <Application>Microsoft Office PowerPoint</Application>
  <PresentationFormat>Widescreen</PresentationFormat>
  <Paragraphs>149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9" baseType="lpstr">
      <vt:lpstr>Aptos</vt:lpstr>
      <vt:lpstr>Arial</vt:lpstr>
      <vt:lpstr>Codec Pro</vt:lpstr>
      <vt:lpstr>Codec Pro ExtraBold</vt:lpstr>
      <vt:lpstr>Helvetica Neue</vt:lpstr>
      <vt:lpstr>Trebuchet MS</vt:lpstr>
      <vt:lpstr>1_Office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Saad A Aldawood</dc:creator>
  <cp:lastModifiedBy>Saad A Aldawood</cp:lastModifiedBy>
  <cp:revision>5</cp:revision>
  <dcterms:created xsi:type="dcterms:W3CDTF">2025-05-08T11:44:31Z</dcterms:created>
  <dcterms:modified xsi:type="dcterms:W3CDTF">2026-06-03T08:44:17Z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22eb51e-0dd9-4633-abce-572c672b8227_Enabled">
    <vt:lpwstr>true</vt:lpwstr>
  </property>
  <property fmtid="{D5CDD505-2E9C-101B-9397-08002B2CF9AE}" pid="3" name="MSIP_Label_822eb51e-0dd9-4633-abce-572c672b8227_SetDate">
    <vt:lpwstr>2025-05-08T11:49:03Z</vt:lpwstr>
  </property>
  <property fmtid="{D5CDD505-2E9C-101B-9397-08002B2CF9AE}" pid="4" name="MSIP_Label_822eb51e-0dd9-4633-abce-572c672b8227_Method">
    <vt:lpwstr>Privileged</vt:lpwstr>
  </property>
  <property fmtid="{D5CDD505-2E9C-101B-9397-08002B2CF9AE}" pid="5" name="MSIP_Label_822eb51e-0dd9-4633-abce-572c672b8227_Name">
    <vt:lpwstr>General</vt:lpwstr>
  </property>
  <property fmtid="{D5CDD505-2E9C-101B-9397-08002B2CF9AE}" pid="6" name="MSIP_Label_822eb51e-0dd9-4633-abce-572c672b8227_SiteId">
    <vt:lpwstr>21441be0-ec63-4c48-b4aa-537615f7e612</vt:lpwstr>
  </property>
  <property fmtid="{D5CDD505-2E9C-101B-9397-08002B2CF9AE}" pid="7" name="MSIP_Label_822eb51e-0dd9-4633-abce-572c672b8227_ActionId">
    <vt:lpwstr>1a9a09ba-fecd-409c-bd75-9e694e0cd0a0</vt:lpwstr>
  </property>
  <property fmtid="{D5CDD505-2E9C-101B-9397-08002B2CF9AE}" pid="8" name="MSIP_Label_822eb51e-0dd9-4633-abce-572c672b8227_ContentBits">
    <vt:lpwstr>0</vt:lpwstr>
  </property>
  <property fmtid="{D5CDD505-2E9C-101B-9397-08002B2CF9AE}" pid="9" name="MSIP_Label_822eb51e-0dd9-4633-abce-572c672b8227_Tag">
    <vt:lpwstr>10, 0, 1, 1</vt:lpwstr>
  </property>
</Properties>
</file>